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3.xml" ContentType="application/vnd.openxmlformats-officedocument.theme+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 id="2147483695" r:id="rId3"/>
    <p:sldMasterId id="2147483667" r:id="rId4"/>
  </p:sldMasterIdLst>
  <p:sldIdLst>
    <p:sldId id="256" r:id="rId5"/>
    <p:sldId id="258" r:id="rId6"/>
    <p:sldId id="259" r:id="rId7"/>
    <p:sldId id="260" r:id="rId8"/>
    <p:sldId id="272" r:id="rId9"/>
    <p:sldId id="530" r:id="rId10"/>
    <p:sldId id="557"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701A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p:scale>
          <a:sx n="75" d="100"/>
          <a:sy n="75" d="100"/>
        </p:scale>
        <p:origin x="324"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viewProps" Target="viewProps.xml"/><Relationship Id="rId3" Type="http://schemas.openxmlformats.org/officeDocument/2006/relationships/slideMaster" Target="slideMasters/slideMaster3.xml"/><Relationship Id="rId7" Type="http://schemas.openxmlformats.org/officeDocument/2006/relationships/slide" Target="slides/slide3.xml"/><Relationship Id="rId12"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slide" Target="slides/slide6.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2.xml"/><Relationship Id="rId6" Type="http://schemas.openxmlformats.org/officeDocument/2006/relationships/hyperlink" Target="https://www.capgemini.com/optimize-your-business-and-it-operations" TargetMode="External"/><Relationship Id="rId5" Type="http://schemas.openxmlformats.org/officeDocument/2006/relationships/image" Target="../media/image4.svg"/><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www.capgemini.com/optimize-your-business-and-it-operations" TargetMode="External"/><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www.capgemini.com/optimize-your-business-and-it-operations" TargetMode="External"/><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hyperlink" Target="https://www.capgemini.com/optimize-your-business-and-it-operations" TargetMode="External"/><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hyperlink" Target="https://www.capgemini.com/optimize-your-business-and-it-operations" TargetMode="External"/><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 Id="rId4" Type="http://schemas.openxmlformats.org/officeDocument/2006/relationships/hyperlink" Target="https://www.capgemini.com/optimize-your-business-and-it-operations" TargetMode="External"/></Relationships>
</file>

<file path=ppt/slideLayouts/_rels/slideLayout13.xml.rels><?xml version="1.0" encoding="UTF-8" standalone="yes"?>
<Relationships xmlns="http://schemas.openxmlformats.org/package/2006/relationships"><Relationship Id="rId2" Type="http://schemas.openxmlformats.org/officeDocument/2006/relationships/hyperlink" Target="https://www.capgemini.com/optimize-your-business-and-it-operations" TargetMode="External"/><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hyperlink" Target="https://www.capgemini.com/optimize-your-business-and-it-operations" TargetMode="External"/><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hyperlink" Target="https://www.capgemini.com/optimize-your-business-and-it-operations" TargetMode="External"/><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hyperlink" Target="https://www.capgemini.com/optimize-your-business-and-it-operations" TargetMode="External"/><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hyperlink" Target="https://www.capgemini.com/optimize-your-business-and-it-operations" TargetMode="External"/><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hyperlink" Target="https://www.capgemini.com/optimize-your-business-and-it-operations" TargetMode="Externa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hyperlink" Target="https://www.capgemini.com/optimize-your-business-and-it-operations" TargetMode="External"/><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2.xml"/><Relationship Id="rId6" Type="http://schemas.openxmlformats.org/officeDocument/2006/relationships/hyperlink" Target="https://www.capgemini.com/optimize-your-business-and-it-operations" TargetMode="External"/><Relationship Id="rId5" Type="http://schemas.openxmlformats.org/officeDocument/2006/relationships/image" Target="../media/image4.svg"/><Relationship Id="rId4" Type="http://schemas.openxmlformats.org/officeDocument/2006/relationships/image" Target="../media/image3.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2.xml"/><Relationship Id="rId4" Type="http://schemas.openxmlformats.org/officeDocument/2006/relationships/hyperlink" Target="https://www.capgemini.com/optimize-your-business-and-it-operations" TargetMode="External"/></Relationships>
</file>

<file path=ppt/slideLayouts/_rels/slideLayout22.xml.rels><?xml version="1.0" encoding="UTF-8" standalone="yes"?>
<Relationships xmlns="http://schemas.openxmlformats.org/package/2006/relationships"><Relationship Id="rId2" Type="http://schemas.openxmlformats.org/officeDocument/2006/relationships/hyperlink" Target="https://www.capgemini.com/optimize-your-business-and-it-operations" TargetMode="External"/><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hyperlink" Target="https://www.capgemini.com/optimize-your-business-and-it-operations" TargetMode="External"/><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2.xml"/><Relationship Id="rId4" Type="http://schemas.openxmlformats.org/officeDocument/2006/relationships/hyperlink" Target="https://www.capgemini.com/optimize-your-business-and-it-operations" TargetMode="External"/></Relationships>
</file>

<file path=ppt/slideLayouts/_rels/slideLayout25.xml.rels><?xml version="1.0" encoding="UTF-8" standalone="yes"?>
<Relationships xmlns="http://schemas.openxmlformats.org/package/2006/relationships"><Relationship Id="rId2" Type="http://schemas.openxmlformats.org/officeDocument/2006/relationships/hyperlink" Target="https://www.capgemini.com/optimize-your-business-and-it-operations" TargetMode="External"/><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Master" Target="../slideMasters/slideMaster2.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hyperlink" Target="https://www.capgemini.com/optimize-your-business-and-it-operations" TargetMode="External"/></Relationships>
</file>

<file path=ppt/slideLayouts/_rels/slideLayout27.xml.rels><?xml version="1.0" encoding="UTF-8" standalone="yes"?>
<Relationships xmlns="http://schemas.openxmlformats.org/package/2006/relationships"><Relationship Id="rId2" Type="http://schemas.openxmlformats.org/officeDocument/2006/relationships/hyperlink" Target="https://www.capgemini.com/optimize-your-business-and-it-operations" TargetMode="External"/><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hyperlink" Target="http://www.capgemini.com/about/how-we-work/rightshorer" TargetMode="External"/><Relationship Id="rId3" Type="http://schemas.openxmlformats.org/officeDocument/2006/relationships/image" Target="../media/image19.png"/><Relationship Id="rId7" Type="http://schemas.openxmlformats.org/officeDocument/2006/relationships/image" Target="../media/image21.png"/><Relationship Id="rId12" Type="http://schemas.openxmlformats.org/officeDocument/2006/relationships/hyperlink" Target="http://www.capgemini.com/about/how-we-work/the-collaborative-business-experiencetm" TargetMode="External"/><Relationship Id="rId2" Type="http://schemas.openxmlformats.org/officeDocument/2006/relationships/hyperlink" Target="http://www.linkedin.com/company/capgemini" TargetMode="External"/><Relationship Id="rId1" Type="http://schemas.openxmlformats.org/officeDocument/2006/relationships/slideMaster" Target="../slideMasters/slideMaster2.xml"/><Relationship Id="rId6" Type="http://schemas.openxmlformats.org/officeDocument/2006/relationships/hyperlink" Target="http://www.twitter.com/capgemini" TargetMode="External"/><Relationship Id="rId11" Type="http://schemas.openxmlformats.org/officeDocument/2006/relationships/image" Target="../media/image23.png"/><Relationship Id="rId5" Type="http://schemas.openxmlformats.org/officeDocument/2006/relationships/image" Target="../media/image20.png"/><Relationship Id="rId15" Type="http://schemas.openxmlformats.org/officeDocument/2006/relationships/image" Target="../media/image24.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22.png"/><Relationship Id="rId14" Type="http://schemas.openxmlformats.org/officeDocument/2006/relationships/hyperlink" Target="http://www.capgemini.com/" TargetMode="Externa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hyperlink" Target="https://www.capgemini.com/optimize-your-business-and-it-operations" TargetMode="External"/><Relationship Id="rId2" Type="http://schemas.openxmlformats.org/officeDocument/2006/relationships/image" Target="../media/image25.png"/><Relationship Id="rId1" Type="http://schemas.openxmlformats.org/officeDocument/2006/relationships/slideMaster" Target="../slideMasters/slideMaster3.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9.sv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3.xml"/><Relationship Id="rId4" Type="http://schemas.openxmlformats.org/officeDocument/2006/relationships/hyperlink" Target="https://www.capgemini.com/optimize-your-business-and-it-operations" TargetMode="Externa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6.png"/><Relationship Id="rId1" Type="http://schemas.openxmlformats.org/officeDocument/2006/relationships/slideMaster" Target="../slideMasters/slideMaster3.xml"/><Relationship Id="rId4" Type="http://schemas.openxmlformats.org/officeDocument/2006/relationships/hyperlink" Target="https://www.capgemini.com/optimize-your-business-and-it-operations" TargetMode="Externa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8.png"/><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30.png"/><Relationship Id="rId1" Type="http://schemas.openxmlformats.org/officeDocument/2006/relationships/slideMaster" Target="../slideMasters/slideMaster3.xml"/><Relationship Id="rId6" Type="http://schemas.openxmlformats.org/officeDocument/2006/relationships/hyperlink" Target="https://www.capgemini.com/optimize-your-business-and-it-operations" TargetMode="External"/><Relationship Id="rId5" Type="http://schemas.openxmlformats.org/officeDocument/2006/relationships/image" Target="../media/image33.svg"/><Relationship Id="rId4" Type="http://schemas.openxmlformats.org/officeDocument/2006/relationships/image" Target="../media/image32.png"/></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35.svg"/><Relationship Id="rId2" Type="http://schemas.openxmlformats.org/officeDocument/2006/relationships/image" Target="../media/image34.png"/><Relationship Id="rId1" Type="http://schemas.openxmlformats.org/officeDocument/2006/relationships/slideMaster" Target="../slideMasters/slideMaster3.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hyperlink" Target="https://www.capgemini.com/optimize-your-business-and-it-operations" TargetMode="External"/></Relationships>
</file>

<file path=ppt/slideLayouts/_rels/slideLayout35.xml.rels><?xml version="1.0" encoding="UTF-8" standalone="yes"?>
<Relationships xmlns="http://schemas.openxmlformats.org/package/2006/relationships"><Relationship Id="rId2" Type="http://schemas.openxmlformats.org/officeDocument/2006/relationships/hyperlink" Target="https://www.capgemini.com/optimize-your-business-and-it-operations" TargetMode="External"/><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37.png"/><Relationship Id="rId7" Type="http://schemas.openxmlformats.org/officeDocument/2006/relationships/image" Target="../media/image4.svg"/><Relationship Id="rId2" Type="http://schemas.openxmlformats.org/officeDocument/2006/relationships/image" Target="../media/image36.png"/><Relationship Id="rId1" Type="http://schemas.openxmlformats.org/officeDocument/2006/relationships/slideMaster" Target="../slideMasters/slideMaster3.xml"/><Relationship Id="rId6" Type="http://schemas.openxmlformats.org/officeDocument/2006/relationships/image" Target="../media/image3.png"/><Relationship Id="rId5" Type="http://schemas.openxmlformats.org/officeDocument/2006/relationships/hyperlink" Target="https://www.capgemini.com/optimize-your-business-and-it-operations" TargetMode="External"/><Relationship Id="rId4" Type="http://schemas.openxmlformats.org/officeDocument/2006/relationships/image" Target="../media/image38.svg"/></Relationships>
</file>

<file path=ppt/slideLayouts/_rels/slideLayout37.xml.rels><?xml version="1.0" encoding="UTF-8" standalone="yes"?>
<Relationships xmlns="http://schemas.openxmlformats.org/package/2006/relationships"><Relationship Id="rId2" Type="http://schemas.openxmlformats.org/officeDocument/2006/relationships/hyperlink" Target="https://www.capgemini.com/optimize-your-business-and-it-operations" TargetMode="External"/><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www.capgemini.com/optimize-your-business-and-it-operations" TargetMode="External"/><Relationship Id="rId1" Type="http://schemas.openxmlformats.org/officeDocument/2006/relationships/slideMaster" Target="../slideMasters/slideMaster3.xml"/><Relationship Id="rId4" Type="http://schemas.openxmlformats.org/officeDocument/2006/relationships/image" Target="../media/image4.svg"/></Relationships>
</file>

<file path=ppt/slideLayouts/_rels/slideLayout39.xml.rels><?xml version="1.0" encoding="UTF-8" standalone="yes"?>
<Relationships xmlns="http://schemas.openxmlformats.org/package/2006/relationships"><Relationship Id="rId2" Type="http://schemas.openxmlformats.org/officeDocument/2006/relationships/hyperlink" Target="https://www.capgemini.com/optimize-your-business-and-it-operations" TargetMode="External"/><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2" Type="http://schemas.openxmlformats.org/officeDocument/2006/relationships/hyperlink" Target="https://www.capgemini.com/optimize-your-business-and-it-operations" TargetMode="External"/><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www.capgemini.com/optimize-your-business-and-it-operations" TargetMode="External"/><Relationship Id="rId1" Type="http://schemas.openxmlformats.org/officeDocument/2006/relationships/slideMaster" Target="../slideMasters/slideMaster3.xml"/><Relationship Id="rId4" Type="http://schemas.openxmlformats.org/officeDocument/2006/relationships/image" Target="../media/image4.svg"/></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www.capgemini.com/optimize-your-business-and-it-operations" TargetMode="External"/><Relationship Id="rId1" Type="http://schemas.openxmlformats.org/officeDocument/2006/relationships/slideMaster" Target="../slideMasters/slideMaster3.xml"/><Relationship Id="rId4" Type="http://schemas.openxmlformats.org/officeDocument/2006/relationships/image" Target="../media/image4.svg"/></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40.svg"/><Relationship Id="rId2" Type="http://schemas.openxmlformats.org/officeDocument/2006/relationships/image" Target="../media/image39.png"/><Relationship Id="rId1" Type="http://schemas.openxmlformats.org/officeDocument/2006/relationships/slideMaster" Target="../slideMasters/slideMaster3.xml"/><Relationship Id="rId4" Type="http://schemas.openxmlformats.org/officeDocument/2006/relationships/hyperlink" Target="https://www.capgemini.com/optimize-your-business-and-it-operations" TargetMode="Externa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www.capgemini.com/optimize-your-business-and-it-operations" TargetMode="External"/><Relationship Id="rId1" Type="http://schemas.openxmlformats.org/officeDocument/2006/relationships/slideMaster" Target="../slideMasters/slideMaster3.xml"/><Relationship Id="rId4" Type="http://schemas.openxmlformats.org/officeDocument/2006/relationships/image" Target="../media/image4.svg"/></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www.capgemini.com/optimize-your-business-and-it-operations" TargetMode="External"/><Relationship Id="rId1" Type="http://schemas.openxmlformats.org/officeDocument/2006/relationships/slideMaster" Target="../slideMasters/slideMaster3.xml"/><Relationship Id="rId4" Type="http://schemas.openxmlformats.org/officeDocument/2006/relationships/image" Target="../media/image4.svg"/></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www.capgemini.com/optimize-your-business-and-it-operations" TargetMode="External"/><Relationship Id="rId1" Type="http://schemas.openxmlformats.org/officeDocument/2006/relationships/slideMaster" Target="../slideMasters/slideMaster3.xml"/><Relationship Id="rId4" Type="http://schemas.openxmlformats.org/officeDocument/2006/relationships/image" Target="../media/image4.svg"/></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6.png"/><Relationship Id="rId1" Type="http://schemas.openxmlformats.org/officeDocument/2006/relationships/slideMaster" Target="../slideMasters/slideMaster4.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42.svg"/><Relationship Id="rId2" Type="http://schemas.openxmlformats.org/officeDocument/2006/relationships/image" Target="../media/image41.png"/><Relationship Id="rId1" Type="http://schemas.openxmlformats.org/officeDocument/2006/relationships/slideMaster" Target="../slideMasters/slideMaster4.xml"/><Relationship Id="rId4" Type="http://schemas.openxmlformats.org/officeDocument/2006/relationships/image" Target="../media/image43.png"/></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45.svg"/><Relationship Id="rId2" Type="http://schemas.openxmlformats.org/officeDocument/2006/relationships/image" Target="../media/image44.png"/><Relationship Id="rId1" Type="http://schemas.openxmlformats.org/officeDocument/2006/relationships/slideMaster" Target="../slideMasters/slideMaster4.xml"/><Relationship Id="rId4" Type="http://schemas.openxmlformats.org/officeDocument/2006/relationships/image" Target="../media/image46.png"/></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7.png"/><Relationship Id="rId1" Type="http://schemas.openxmlformats.org/officeDocument/2006/relationships/slideMaster" Target="../slideMasters/slideMaster4.xml"/><Relationship Id="rId4" Type="http://schemas.openxmlformats.org/officeDocument/2006/relationships/image" Target="../media/image4.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1">
    <p:bg>
      <p:bgPr>
        <a:solidFill>
          <a:schemeClr val="bg1"/>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97">
            <a:extLst>
              <a:ext uri="{FF2B5EF4-FFF2-40B4-BE49-F238E27FC236}">
                <a16:creationId xmlns:a16="http://schemas.microsoft.com/office/drawing/2014/main" id="{46279687-00F0-4823-8159-585447C125F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flipH="1">
            <a:off x="5127434" y="0"/>
            <a:ext cx="7064566" cy="6858000"/>
          </a:xfrm>
          <a:prstGeom prst="rect">
            <a:avLst/>
          </a:prstGeom>
        </p:spPr>
      </p:pic>
      <p:sp>
        <p:nvSpPr>
          <p:cNvPr id="11" name="Title 1"/>
          <p:cNvSpPr>
            <a:spLocks noGrp="1"/>
          </p:cNvSpPr>
          <p:nvPr>
            <p:ph type="ctrTitle" hasCustomPrompt="1"/>
          </p:nvPr>
        </p:nvSpPr>
        <p:spPr>
          <a:xfrm>
            <a:off x="407988" y="3068960"/>
            <a:ext cx="4967932" cy="7207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oAutofit/>
          </a:bodyPr>
          <a:lstStyle>
            <a:lvl1pPr>
              <a:lnSpc>
                <a:spcPts val="3000"/>
              </a:lnSpc>
              <a:defRPr lang="en-US" sz="2600" b="0" dirty="0">
                <a:solidFill>
                  <a:srgbClr val="0070AD"/>
                </a:solidFill>
              </a:defRPr>
            </a:lvl1pPr>
          </a:lstStyle>
          <a:p>
            <a:pPr marL="0" lvl="0"/>
            <a:r>
              <a:rPr lang="en-US" dirty="0"/>
              <a:t>Fresh Grads – Parallel Project</a:t>
            </a:r>
          </a:p>
        </p:txBody>
      </p:sp>
      <p:sp>
        <p:nvSpPr>
          <p:cNvPr id="12" name="Subtitle 2"/>
          <p:cNvSpPr>
            <a:spLocks noGrp="1"/>
          </p:cNvSpPr>
          <p:nvPr>
            <p:ph type="subTitle" idx="1" hasCustomPrompt="1"/>
          </p:nvPr>
        </p:nvSpPr>
        <p:spPr>
          <a:xfrm>
            <a:off x="407988" y="3932559"/>
            <a:ext cx="4967932" cy="12239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lvl1pPr marL="0" marR="0" indent="0" algn="l"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600" dirty="0">
                <a:solidFill>
                  <a:srgbClr val="0070AD"/>
                </a:solidFill>
              </a:defRPr>
            </a:lvl1pPr>
          </a:lstStyle>
          <a:p>
            <a:pPr marL="0" lvl="0"/>
            <a:r>
              <a:rPr lang="en-US" dirty="0"/>
              <a:t>Sagar Kulkarni</a:t>
            </a:r>
          </a:p>
        </p:txBody>
      </p:sp>
      <p:pic>
        <p:nvPicPr>
          <p:cNvPr id="7" name="Graphic 9">
            <a:extLst>
              <a:ext uri="{FF2B5EF4-FFF2-40B4-BE49-F238E27FC236}">
                <a16:creationId xmlns:a16="http://schemas.microsoft.com/office/drawing/2014/main" id="{C3D2EC56-D17C-4A75-8178-C69397BC7353}"/>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407988" y="6101472"/>
            <a:ext cx="2286000" cy="510013"/>
          </a:xfrm>
          <a:prstGeom prst="rect">
            <a:avLst/>
          </a:prstGeom>
        </p:spPr>
      </p:pic>
    </p:spTree>
    <p:extLst>
      <p:ext uri="{BB962C8B-B14F-4D97-AF65-F5344CB8AC3E}">
        <p14:creationId xmlns:p14="http://schemas.microsoft.com/office/powerpoint/2010/main" val="3943955325"/>
      </p:ext>
    </p:extLst>
  </p:cSld>
  <p:clrMapOvr>
    <a:masterClrMapping/>
  </p:clrMapOvr>
  <p:extLst>
    <p:ext uri="{DCECCB84-F9BA-43D5-87BE-67443E8EF086}">
      <p15:sldGuideLst xmlns:p15="http://schemas.microsoft.com/office/powerpoint/2012/main">
        <p15:guide id="3" pos="7219">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2">
    <p:spTree>
      <p:nvGrpSpPr>
        <p:cNvPr id="1" name=""/>
        <p:cNvGrpSpPr/>
        <p:nvPr/>
      </p:nvGrpSpPr>
      <p:grpSpPr>
        <a:xfrm>
          <a:off x="0" y="0"/>
          <a:ext cx="0" cy="0"/>
          <a:chOff x="0" y="0"/>
          <a:chExt cx="0" cy="0"/>
        </a:xfrm>
      </p:grpSpPr>
      <p:sp>
        <p:nvSpPr>
          <p:cNvPr id="4" name="Rectangle 3"/>
          <p:cNvSpPr/>
          <p:nvPr userDrawn="1"/>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Graphic 17">
            <a:extLst>
              <a:ext uri="{FF2B5EF4-FFF2-40B4-BE49-F238E27FC236}">
                <a16:creationId xmlns:a16="http://schemas.microsoft.com/office/drawing/2014/main" id="{829BBBD1-ECF6-4131-A3B0-11EFC39DB482}"/>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1" b="46599"/>
          <a:stretch/>
        </p:blipFill>
        <p:spPr>
          <a:xfrm flipH="1">
            <a:off x="3773714" y="1844825"/>
            <a:ext cx="8418286" cy="5013176"/>
          </a:xfrm>
          <a:prstGeom prst="rect">
            <a:avLst/>
          </a:prstGeom>
        </p:spPr>
      </p:pic>
      <p:pic>
        <p:nvPicPr>
          <p:cNvPr id="5" name="Graphic 9">
            <a:extLst>
              <a:ext uri="{FF2B5EF4-FFF2-40B4-BE49-F238E27FC236}">
                <a16:creationId xmlns:a16="http://schemas.microsoft.com/office/drawing/2014/main" id="{C3D2EC56-D17C-4A75-8178-C69397BC7353}"/>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407988" y="404813"/>
            <a:ext cx="2286000" cy="510013"/>
          </a:xfrm>
          <a:prstGeom prst="rect">
            <a:avLst/>
          </a:prstGeom>
        </p:spPr>
      </p:pic>
      <p:sp>
        <p:nvSpPr>
          <p:cNvPr id="14" name="Text Placeholder 13">
            <a:extLst>
              <a:ext uri="{FF2B5EF4-FFF2-40B4-BE49-F238E27FC236}">
                <a16:creationId xmlns:a16="http://schemas.microsoft.com/office/drawing/2014/main" id="{4252348C-45B4-48E3-B74B-8E834575C8AA}"/>
              </a:ext>
            </a:extLst>
          </p:cNvPr>
          <p:cNvSpPr>
            <a:spLocks noGrp="1"/>
          </p:cNvSpPr>
          <p:nvPr>
            <p:ph type="body" sz="quarter" idx="10" hasCustomPrompt="1"/>
          </p:nvPr>
        </p:nvSpPr>
        <p:spPr>
          <a:xfrm>
            <a:off x="6384032" y="4157668"/>
            <a:ext cx="5399981" cy="1079500"/>
          </a:xfrm>
        </p:spPr>
        <p:txBody>
          <a:bodyPr anchor="b">
            <a:normAutofit/>
          </a:bodyPr>
          <a:lstStyle>
            <a:lvl1pPr algn="r">
              <a:lnSpc>
                <a:spcPts val="3000"/>
              </a:lnSpc>
              <a:defRPr sz="2600">
                <a:solidFill>
                  <a:schemeClr val="bg1"/>
                </a:solidFill>
              </a:defRPr>
            </a:lvl1pPr>
          </a:lstStyle>
          <a:p>
            <a:pPr lvl="0"/>
            <a:r>
              <a:rPr lang="en-US" dirty="0"/>
              <a:t>Click to insert title</a:t>
            </a:r>
          </a:p>
        </p:txBody>
      </p:sp>
      <p:sp>
        <p:nvSpPr>
          <p:cNvPr id="15" name="Text Placeholder 13">
            <a:extLst>
              <a:ext uri="{FF2B5EF4-FFF2-40B4-BE49-F238E27FC236}">
                <a16:creationId xmlns:a16="http://schemas.microsoft.com/office/drawing/2014/main" id="{97620309-84FF-4D53-AD39-936B55216B4B}"/>
              </a:ext>
            </a:extLst>
          </p:cNvPr>
          <p:cNvSpPr>
            <a:spLocks noGrp="1"/>
          </p:cNvSpPr>
          <p:nvPr>
            <p:ph type="body" sz="quarter" idx="11" hasCustomPrompt="1"/>
          </p:nvPr>
        </p:nvSpPr>
        <p:spPr>
          <a:xfrm>
            <a:off x="6382672" y="5381481"/>
            <a:ext cx="5401341" cy="1079500"/>
          </a:xfrm>
        </p:spPr>
        <p:txBody>
          <a:bodyPr anchor="t">
            <a:normAutofit/>
          </a:bodyPr>
          <a:lstStyle>
            <a:lvl1pPr marL="0" algn="r">
              <a:lnSpc>
                <a:spcPts val="2200"/>
              </a:lnSpc>
              <a:defRPr sz="1800">
                <a:solidFill>
                  <a:schemeClr val="bg1"/>
                </a:solidFill>
              </a:defRPr>
            </a:lvl1pPr>
          </a:lstStyle>
          <a:p>
            <a:pPr marL="0" lvl="0"/>
            <a:r>
              <a:rPr lang="en-US" dirty="0"/>
              <a:t>Click to insert presenter, location, and date</a:t>
            </a:r>
          </a:p>
        </p:txBody>
      </p:sp>
    </p:spTree>
    <p:extLst>
      <p:ext uri="{BB962C8B-B14F-4D97-AF65-F5344CB8AC3E}">
        <p14:creationId xmlns:p14="http://schemas.microsoft.com/office/powerpoint/2010/main" val="13276913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3">
    <p:bg>
      <p:bgPr>
        <a:solidFill>
          <a:schemeClr val="bg1"/>
        </a:solidFill>
        <a:effectLst/>
      </p:bgPr>
    </p:bg>
    <p:spTree>
      <p:nvGrpSpPr>
        <p:cNvPr id="1" name=""/>
        <p:cNvGrpSpPr/>
        <p:nvPr/>
      </p:nvGrpSpPr>
      <p:grpSpPr>
        <a:xfrm>
          <a:off x="0" y="0"/>
          <a:ext cx="0" cy="0"/>
          <a:chOff x="0" y="0"/>
          <a:chExt cx="0" cy="0"/>
        </a:xfrm>
      </p:grpSpPr>
      <p:sp>
        <p:nvSpPr>
          <p:cNvPr id="5" name="Rectangle 4"/>
          <p:cNvSpPr/>
          <p:nvPr userDrawn="1"/>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Graphic 9">
            <a:extLst>
              <a:ext uri="{FF2B5EF4-FFF2-40B4-BE49-F238E27FC236}">
                <a16:creationId xmlns:a16="http://schemas.microsoft.com/office/drawing/2014/main" id="{C3D2EC56-D17C-4A75-8178-C69397BC735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07988" y="404813"/>
            <a:ext cx="2286000" cy="510013"/>
          </a:xfrm>
          <a:prstGeom prst="rect">
            <a:avLst/>
          </a:prstGeom>
        </p:spPr>
      </p:pic>
      <p:sp>
        <p:nvSpPr>
          <p:cNvPr id="10" name="Text Placeholder 13">
            <a:extLst>
              <a:ext uri="{FF2B5EF4-FFF2-40B4-BE49-F238E27FC236}">
                <a16:creationId xmlns:a16="http://schemas.microsoft.com/office/drawing/2014/main" id="{7D1DC75A-C7A4-44A4-B19C-D445335545B0}"/>
              </a:ext>
            </a:extLst>
          </p:cNvPr>
          <p:cNvSpPr>
            <a:spLocks noGrp="1"/>
          </p:cNvSpPr>
          <p:nvPr userDrawn="1">
            <p:ph type="body" sz="quarter" idx="11" hasCustomPrompt="1"/>
          </p:nvPr>
        </p:nvSpPr>
        <p:spPr>
          <a:xfrm>
            <a:off x="407988" y="2276872"/>
            <a:ext cx="5399980" cy="869950"/>
          </a:xfrm>
        </p:spPr>
        <p:txBody>
          <a:bodyPr lIns="0" tIns="0" rIns="0" bIns="0" anchor="b">
            <a:normAutofit/>
          </a:bodyPr>
          <a:lstStyle>
            <a:lvl1pPr>
              <a:lnSpc>
                <a:spcPts val="3000"/>
              </a:lnSpc>
              <a:defRPr sz="2600">
                <a:solidFill>
                  <a:schemeClr val="tx2"/>
                </a:solidFill>
              </a:defRPr>
            </a:lvl1pPr>
            <a:lvl2pPr>
              <a:defRPr sz="2400">
                <a:solidFill>
                  <a:schemeClr val="bg1"/>
                </a:solidFill>
              </a:defRPr>
            </a:lvl2pPr>
          </a:lstStyle>
          <a:p>
            <a:pPr lvl="0"/>
            <a:r>
              <a:rPr lang="en-US" dirty="0"/>
              <a:t>Click to insert title</a:t>
            </a:r>
            <a:endParaRPr lang="pt-PT" dirty="0"/>
          </a:p>
        </p:txBody>
      </p:sp>
      <p:sp>
        <p:nvSpPr>
          <p:cNvPr id="11" name="Text Placeholder 13">
            <a:extLst>
              <a:ext uri="{FF2B5EF4-FFF2-40B4-BE49-F238E27FC236}">
                <a16:creationId xmlns:a16="http://schemas.microsoft.com/office/drawing/2014/main" id="{563879A0-0979-491A-8758-371BB7AD935B}"/>
              </a:ext>
            </a:extLst>
          </p:cNvPr>
          <p:cNvSpPr>
            <a:spLocks noGrp="1"/>
          </p:cNvSpPr>
          <p:nvPr userDrawn="1">
            <p:ph type="body" sz="quarter" idx="12" hasCustomPrompt="1"/>
          </p:nvPr>
        </p:nvSpPr>
        <p:spPr>
          <a:xfrm>
            <a:off x="407988" y="3261834"/>
            <a:ext cx="5399980" cy="1196340"/>
          </a:xfrm>
        </p:spPr>
        <p:txBody>
          <a:bodyPr lIns="0" tIns="0" rIns="0" bIns="0">
            <a:normAutofit/>
          </a:bodyPr>
          <a:lstStyle>
            <a:lvl1pPr>
              <a:lnSpc>
                <a:spcPts val="1800"/>
              </a:lnSpc>
              <a:defRPr sz="1600">
                <a:solidFill>
                  <a:schemeClr val="accent2"/>
                </a:solidFill>
              </a:defRPr>
            </a:lvl1pPr>
            <a:lvl2pPr>
              <a:defRPr sz="1600">
                <a:solidFill>
                  <a:schemeClr val="bg1"/>
                </a:solidFill>
              </a:defRPr>
            </a:lvl2pPr>
          </a:lstStyle>
          <a:p>
            <a:pPr lvl="0"/>
            <a:r>
              <a:rPr lang="en-US" dirty="0"/>
              <a:t>Click to insert presenter, location, and date</a:t>
            </a:r>
            <a:endParaRPr lang="pt-PT" dirty="0"/>
          </a:p>
        </p:txBody>
      </p:sp>
      <p:sp>
        <p:nvSpPr>
          <p:cNvPr id="4" name="Freeform 11"/>
          <p:cNvSpPr>
            <a:spLocks/>
          </p:cNvSpPr>
          <p:nvPr userDrawn="1"/>
        </p:nvSpPr>
        <p:spPr bwMode="auto">
          <a:xfrm rot="16200000" flipH="1">
            <a:off x="6370124" y="13910"/>
            <a:ext cx="6353908" cy="6326091"/>
          </a:xfrm>
          <a:custGeom>
            <a:avLst/>
            <a:gdLst>
              <a:gd name="T0" fmla="*/ 909 w 1432"/>
              <a:gd name="T1" fmla="*/ 1425 h 1425"/>
              <a:gd name="T2" fmla="*/ 934 w 1432"/>
              <a:gd name="T3" fmla="*/ 0 h 1425"/>
              <a:gd name="T4" fmla="*/ 0 w 1432"/>
              <a:gd name="T5" fmla="*/ 231 h 1425"/>
              <a:gd name="T6" fmla="*/ 0 w 1432"/>
              <a:gd name="T7" fmla="*/ 1425 h 1425"/>
              <a:gd name="T8" fmla="*/ 909 w 1432"/>
              <a:gd name="T9" fmla="*/ 1425 h 1425"/>
            </a:gdLst>
            <a:ahLst/>
            <a:cxnLst>
              <a:cxn ang="0">
                <a:pos x="T0" y="T1"/>
              </a:cxn>
              <a:cxn ang="0">
                <a:pos x="T2" y="T3"/>
              </a:cxn>
              <a:cxn ang="0">
                <a:pos x="T4" y="T5"/>
              </a:cxn>
              <a:cxn ang="0">
                <a:pos x="T6" y="T7"/>
              </a:cxn>
              <a:cxn ang="0">
                <a:pos x="T8" y="T9"/>
              </a:cxn>
            </a:cxnLst>
            <a:rect l="0" t="0" r="r" b="b"/>
            <a:pathLst>
              <a:path w="1432" h="1425">
                <a:moveTo>
                  <a:pt x="909" y="1425"/>
                </a:moveTo>
                <a:cubicBezTo>
                  <a:pt x="1358" y="720"/>
                  <a:pt x="1432" y="301"/>
                  <a:pt x="934" y="0"/>
                </a:cubicBezTo>
                <a:cubicBezTo>
                  <a:pt x="392" y="295"/>
                  <a:pt x="129" y="297"/>
                  <a:pt x="0" y="231"/>
                </a:cubicBezTo>
                <a:cubicBezTo>
                  <a:pt x="0" y="1425"/>
                  <a:pt x="0" y="1425"/>
                  <a:pt x="0" y="1425"/>
                </a:cubicBezTo>
                <a:lnTo>
                  <a:pt x="909" y="1425"/>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endParaRPr lang="en-US" dirty="0"/>
          </a:p>
        </p:txBody>
      </p:sp>
    </p:spTree>
    <p:extLst>
      <p:ext uri="{BB962C8B-B14F-4D97-AF65-F5344CB8AC3E}">
        <p14:creationId xmlns:p14="http://schemas.microsoft.com/office/powerpoint/2010/main" val="31468058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ver4 (with image)">
    <p:bg>
      <p:bgPr>
        <a:solidFill>
          <a:schemeClr val="bg1"/>
        </a:solidFill>
        <a:effectLst/>
      </p:bgPr>
    </p:bg>
    <p:spTree>
      <p:nvGrpSpPr>
        <p:cNvPr id="1" name=""/>
        <p:cNvGrpSpPr/>
        <p:nvPr/>
      </p:nvGrpSpPr>
      <p:grpSpPr>
        <a:xfrm>
          <a:off x="0" y="0"/>
          <a:ext cx="0" cy="0"/>
          <a:chOff x="0" y="0"/>
          <a:chExt cx="0" cy="0"/>
        </a:xfrm>
      </p:grpSpPr>
      <p:sp>
        <p:nvSpPr>
          <p:cNvPr id="5" name="Rectangle 4"/>
          <p:cNvSpPr/>
          <p:nvPr userDrawn="1"/>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Graphic 9">
            <a:extLst>
              <a:ext uri="{FF2B5EF4-FFF2-40B4-BE49-F238E27FC236}">
                <a16:creationId xmlns:a16="http://schemas.microsoft.com/office/drawing/2014/main" id="{C3D2EC56-D17C-4A75-8178-C69397BC735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07988" y="404813"/>
            <a:ext cx="2286000" cy="510013"/>
          </a:xfrm>
          <a:prstGeom prst="rect">
            <a:avLst/>
          </a:prstGeom>
        </p:spPr>
      </p:pic>
      <p:sp>
        <p:nvSpPr>
          <p:cNvPr id="10" name="Text Placeholder 13">
            <a:extLst>
              <a:ext uri="{FF2B5EF4-FFF2-40B4-BE49-F238E27FC236}">
                <a16:creationId xmlns:a16="http://schemas.microsoft.com/office/drawing/2014/main" id="{7D1DC75A-C7A4-44A4-B19C-D445335545B0}"/>
              </a:ext>
            </a:extLst>
          </p:cNvPr>
          <p:cNvSpPr>
            <a:spLocks noGrp="1"/>
          </p:cNvSpPr>
          <p:nvPr userDrawn="1">
            <p:ph type="body" sz="quarter" idx="11" hasCustomPrompt="1"/>
          </p:nvPr>
        </p:nvSpPr>
        <p:spPr>
          <a:xfrm>
            <a:off x="407988" y="3555553"/>
            <a:ext cx="5399980" cy="869950"/>
          </a:xfrm>
        </p:spPr>
        <p:txBody>
          <a:bodyPr lIns="0" tIns="0" rIns="0" bIns="0" anchor="b">
            <a:normAutofit/>
          </a:bodyPr>
          <a:lstStyle>
            <a:lvl1pPr>
              <a:lnSpc>
                <a:spcPts val="3000"/>
              </a:lnSpc>
              <a:defRPr sz="2600">
                <a:solidFill>
                  <a:schemeClr val="tx2"/>
                </a:solidFill>
              </a:defRPr>
            </a:lvl1pPr>
            <a:lvl2pPr>
              <a:defRPr sz="2400">
                <a:solidFill>
                  <a:schemeClr val="bg1"/>
                </a:solidFill>
              </a:defRPr>
            </a:lvl2pPr>
          </a:lstStyle>
          <a:p>
            <a:pPr lvl="0"/>
            <a:r>
              <a:rPr lang="en-US" dirty="0"/>
              <a:t>Click to insert title</a:t>
            </a:r>
            <a:endParaRPr lang="pt-PT" dirty="0"/>
          </a:p>
        </p:txBody>
      </p:sp>
      <p:sp>
        <p:nvSpPr>
          <p:cNvPr id="11" name="Text Placeholder 13">
            <a:extLst>
              <a:ext uri="{FF2B5EF4-FFF2-40B4-BE49-F238E27FC236}">
                <a16:creationId xmlns:a16="http://schemas.microsoft.com/office/drawing/2014/main" id="{563879A0-0979-491A-8758-371BB7AD935B}"/>
              </a:ext>
            </a:extLst>
          </p:cNvPr>
          <p:cNvSpPr>
            <a:spLocks noGrp="1"/>
          </p:cNvSpPr>
          <p:nvPr userDrawn="1">
            <p:ph type="body" sz="quarter" idx="12" hasCustomPrompt="1"/>
          </p:nvPr>
        </p:nvSpPr>
        <p:spPr>
          <a:xfrm>
            <a:off x="407988" y="4540515"/>
            <a:ext cx="5399980" cy="1196340"/>
          </a:xfrm>
        </p:spPr>
        <p:txBody>
          <a:bodyPr lIns="0" tIns="0" rIns="0" bIns="0">
            <a:normAutofit/>
          </a:bodyPr>
          <a:lstStyle>
            <a:lvl1pPr>
              <a:lnSpc>
                <a:spcPts val="1800"/>
              </a:lnSpc>
              <a:defRPr sz="1600">
                <a:solidFill>
                  <a:schemeClr val="accent2"/>
                </a:solidFill>
              </a:defRPr>
            </a:lvl1pPr>
            <a:lvl2pPr>
              <a:defRPr sz="1600">
                <a:solidFill>
                  <a:schemeClr val="bg1"/>
                </a:solidFill>
              </a:defRPr>
            </a:lvl2pPr>
          </a:lstStyle>
          <a:p>
            <a:pPr lvl="0"/>
            <a:r>
              <a:rPr lang="en-US" dirty="0"/>
              <a:t>Click to insert presenter, location, and date</a:t>
            </a:r>
            <a:endParaRPr lang="pt-PT" dirty="0"/>
          </a:p>
        </p:txBody>
      </p:sp>
      <p:sp>
        <p:nvSpPr>
          <p:cNvPr id="7" name="Freeform 6"/>
          <p:cNvSpPr>
            <a:spLocks/>
          </p:cNvSpPr>
          <p:nvPr userDrawn="1"/>
        </p:nvSpPr>
        <p:spPr bwMode="auto">
          <a:xfrm rot="16200000" flipH="1">
            <a:off x="6370124" y="13910"/>
            <a:ext cx="6353908" cy="6326091"/>
          </a:xfrm>
          <a:custGeom>
            <a:avLst/>
            <a:gdLst>
              <a:gd name="T0" fmla="*/ 909 w 1432"/>
              <a:gd name="T1" fmla="*/ 1425 h 1425"/>
              <a:gd name="T2" fmla="*/ 934 w 1432"/>
              <a:gd name="T3" fmla="*/ 0 h 1425"/>
              <a:gd name="T4" fmla="*/ 0 w 1432"/>
              <a:gd name="T5" fmla="*/ 231 h 1425"/>
              <a:gd name="T6" fmla="*/ 0 w 1432"/>
              <a:gd name="T7" fmla="*/ 1425 h 1425"/>
              <a:gd name="T8" fmla="*/ 909 w 1432"/>
              <a:gd name="T9" fmla="*/ 1425 h 1425"/>
            </a:gdLst>
            <a:ahLst/>
            <a:cxnLst>
              <a:cxn ang="0">
                <a:pos x="T0" y="T1"/>
              </a:cxn>
              <a:cxn ang="0">
                <a:pos x="T2" y="T3"/>
              </a:cxn>
              <a:cxn ang="0">
                <a:pos x="T4" y="T5"/>
              </a:cxn>
              <a:cxn ang="0">
                <a:pos x="T6" y="T7"/>
              </a:cxn>
              <a:cxn ang="0">
                <a:pos x="T8" y="T9"/>
              </a:cxn>
            </a:cxnLst>
            <a:rect l="0" t="0" r="r" b="b"/>
            <a:pathLst>
              <a:path w="1432" h="1425">
                <a:moveTo>
                  <a:pt x="909" y="1425"/>
                </a:moveTo>
                <a:cubicBezTo>
                  <a:pt x="1358" y="720"/>
                  <a:pt x="1432" y="301"/>
                  <a:pt x="934" y="0"/>
                </a:cubicBezTo>
                <a:cubicBezTo>
                  <a:pt x="392" y="295"/>
                  <a:pt x="129" y="297"/>
                  <a:pt x="0" y="231"/>
                </a:cubicBezTo>
                <a:cubicBezTo>
                  <a:pt x="0" y="1425"/>
                  <a:pt x="0" y="1425"/>
                  <a:pt x="0" y="1425"/>
                </a:cubicBezTo>
                <a:lnTo>
                  <a:pt x="909" y="1425"/>
                </a:lnTo>
                <a:close/>
              </a:path>
            </a:pathLst>
          </a:custGeom>
          <a:solidFill>
            <a:schemeClr val="accent4"/>
          </a:solidFill>
          <a:ln>
            <a:noFill/>
          </a:ln>
        </p:spPr>
        <p:txBody>
          <a:bodyPr vert="horz" wrap="square" lIns="91440" tIns="45720" rIns="91440" bIns="45720" numCol="1" anchor="t" anchorCtr="0" compatLnSpc="1">
            <a:prstTxWarp prst="textNoShape">
              <a:avLst/>
            </a:prstTxWarp>
          </a:bodyPr>
          <a:lstStyle/>
          <a:p>
            <a:endParaRPr lang="en-US" dirty="0"/>
          </a:p>
        </p:txBody>
      </p:sp>
      <p:pic>
        <p:nvPicPr>
          <p:cNvPr id="8" name="Picture Placeholder 8">
            <a:extLst>
              <a:ext uri="{FF2B5EF4-FFF2-40B4-BE49-F238E27FC236}">
                <a16:creationId xmlns:a16="http://schemas.microsoft.com/office/drawing/2014/main" id="{029072D2-C914-4387-8C30-FF5B99DAEA1D}"/>
              </a:ext>
            </a:extLst>
          </p:cNvPr>
          <p:cNvPicPr>
            <a:picLocks noChangeAspect="1"/>
          </p:cNvPicPr>
          <p:nvPr userDrawn="1"/>
        </p:nvPicPr>
        <p:blipFill rotWithShape="1">
          <a:blip r:embed="rId4">
            <a:clrChange>
              <a:clrFrom>
                <a:srgbClr val="DBE3F3">
                  <a:alpha val="96863"/>
                </a:srgbClr>
              </a:clrFrom>
              <a:clrTo>
                <a:srgbClr val="DBE3F3">
                  <a:alpha val="0"/>
                </a:srgbClr>
              </a:clrTo>
            </a:clrChange>
            <a:extLst>
              <a:ext uri="{28A0092B-C50C-407E-A947-70E740481C1C}">
                <a14:useLocalDpi xmlns:a14="http://schemas.microsoft.com/office/drawing/2010/main" val="0"/>
              </a:ext>
            </a:extLst>
          </a:blip>
          <a:srcRect l="7775" r="43208"/>
          <a:stretch/>
        </p:blipFill>
        <p:spPr>
          <a:xfrm>
            <a:off x="6212308" y="1"/>
            <a:ext cx="5976664" cy="6859588"/>
          </a:xfrm>
          <a:prstGeom prst="rect">
            <a:avLst/>
          </a:prstGeom>
        </p:spPr>
      </p:pic>
    </p:spTree>
    <p:extLst>
      <p:ext uri="{BB962C8B-B14F-4D97-AF65-F5344CB8AC3E}">
        <p14:creationId xmlns:p14="http://schemas.microsoft.com/office/powerpoint/2010/main" val="19840989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ogo White">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17B390E6-46A0-4BED-B3E2-3051836E071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407267" y="2606029"/>
            <a:ext cx="7377467" cy="1645943"/>
          </a:xfrm>
          <a:prstGeom prst="rect">
            <a:avLst/>
          </a:prstGeom>
        </p:spPr>
      </p:pic>
    </p:spTree>
    <p:extLst>
      <p:ext uri="{BB962C8B-B14F-4D97-AF65-F5344CB8AC3E}">
        <p14:creationId xmlns:p14="http://schemas.microsoft.com/office/powerpoint/2010/main" val="4881213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ver5 (Image placeholder)">
    <p:bg>
      <p:bgPr>
        <a:solidFill>
          <a:schemeClr val="bg1"/>
        </a:solidFill>
        <a:effectLst/>
      </p:bgPr>
    </p:bg>
    <p:spTree>
      <p:nvGrpSpPr>
        <p:cNvPr id="1" name=""/>
        <p:cNvGrpSpPr/>
        <p:nvPr/>
      </p:nvGrpSpPr>
      <p:grpSpPr>
        <a:xfrm>
          <a:off x="0" y="0"/>
          <a:ext cx="0" cy="0"/>
          <a:chOff x="0" y="0"/>
          <a:chExt cx="0" cy="0"/>
        </a:xfrm>
      </p:grpSpPr>
      <p:sp>
        <p:nvSpPr>
          <p:cNvPr id="6" name="Rectangle 5"/>
          <p:cNvSpPr/>
          <p:nvPr userDrawn="1"/>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Picture Placeholder 11">
            <a:extLst>
              <a:ext uri="{FF2B5EF4-FFF2-40B4-BE49-F238E27FC236}">
                <a16:creationId xmlns:a16="http://schemas.microsoft.com/office/drawing/2014/main" id="{25D6B527-14EF-4F30-9C9C-691EC4327EE7}"/>
              </a:ext>
            </a:extLst>
          </p:cNvPr>
          <p:cNvSpPr>
            <a:spLocks noGrp="1"/>
          </p:cNvSpPr>
          <p:nvPr>
            <p:ph type="pic" sz="quarter" idx="10"/>
          </p:nvPr>
        </p:nvSpPr>
        <p:spPr>
          <a:xfrm>
            <a:off x="4298310" y="-1588"/>
            <a:ext cx="7893690" cy="6859588"/>
          </a:xfrm>
        </p:spPr>
        <p:txBody>
          <a:bodyPr anchor="ctr"/>
          <a:lstStyle>
            <a:lvl1pPr algn="ctr">
              <a:defRPr/>
            </a:lvl1pPr>
          </a:lstStyle>
          <a:p>
            <a:r>
              <a:rPr lang="en-US"/>
              <a:t>Click icon to add picture</a:t>
            </a:r>
            <a:endParaRPr lang="pt-PT" dirty="0"/>
          </a:p>
        </p:txBody>
      </p:sp>
      <p:sp>
        <p:nvSpPr>
          <p:cNvPr id="14" name="Text Placeholder 13">
            <a:extLst>
              <a:ext uri="{FF2B5EF4-FFF2-40B4-BE49-F238E27FC236}">
                <a16:creationId xmlns:a16="http://schemas.microsoft.com/office/drawing/2014/main" id="{B83CBA49-BBF9-4CF0-9E0B-FF67BA149660}"/>
              </a:ext>
            </a:extLst>
          </p:cNvPr>
          <p:cNvSpPr>
            <a:spLocks noGrp="1"/>
          </p:cNvSpPr>
          <p:nvPr>
            <p:ph type="body" sz="quarter" idx="11" hasCustomPrompt="1"/>
          </p:nvPr>
        </p:nvSpPr>
        <p:spPr>
          <a:xfrm>
            <a:off x="407988" y="3068960"/>
            <a:ext cx="4103688" cy="863600"/>
          </a:xfrm>
        </p:spPr>
        <p:txBody>
          <a:bodyPr lIns="0" tIns="0" rIns="0" bIns="0" anchor="b">
            <a:normAutofit/>
          </a:bodyPr>
          <a:lstStyle>
            <a:lvl1pPr>
              <a:lnSpc>
                <a:spcPts val="3000"/>
              </a:lnSpc>
              <a:defRPr sz="2600">
                <a:solidFill>
                  <a:srgbClr val="0070AD"/>
                </a:solidFill>
              </a:defRPr>
            </a:lvl1pPr>
            <a:lvl2pPr>
              <a:defRPr sz="2400">
                <a:solidFill>
                  <a:srgbClr val="0070AD"/>
                </a:solidFill>
              </a:defRPr>
            </a:lvl2pPr>
          </a:lstStyle>
          <a:p>
            <a:pPr lvl="0"/>
            <a:r>
              <a:rPr lang="en-US" dirty="0"/>
              <a:t>Click to insert title</a:t>
            </a:r>
            <a:endParaRPr lang="pt-PT" dirty="0"/>
          </a:p>
        </p:txBody>
      </p:sp>
      <p:sp>
        <p:nvSpPr>
          <p:cNvPr id="15" name="Text Placeholder 13">
            <a:extLst>
              <a:ext uri="{FF2B5EF4-FFF2-40B4-BE49-F238E27FC236}">
                <a16:creationId xmlns:a16="http://schemas.microsoft.com/office/drawing/2014/main" id="{F4C94DDB-5E07-4F17-ABAA-3E9C5E8683A1}"/>
              </a:ext>
            </a:extLst>
          </p:cNvPr>
          <p:cNvSpPr>
            <a:spLocks noGrp="1"/>
          </p:cNvSpPr>
          <p:nvPr>
            <p:ph type="body" sz="quarter" idx="12" hasCustomPrompt="1"/>
          </p:nvPr>
        </p:nvSpPr>
        <p:spPr>
          <a:xfrm>
            <a:off x="407988" y="4040163"/>
            <a:ext cx="4103688" cy="1189037"/>
          </a:xfrm>
        </p:spPr>
        <p:txBody>
          <a:bodyPr lIns="0" tIns="0" rIns="0" bIns="0">
            <a:normAutofit/>
          </a:bodyPr>
          <a:lstStyle>
            <a:lvl1pPr>
              <a:lnSpc>
                <a:spcPts val="1800"/>
              </a:lnSpc>
              <a:defRPr sz="1600">
                <a:solidFill>
                  <a:srgbClr val="0070AD"/>
                </a:solidFill>
              </a:defRPr>
            </a:lvl1pPr>
            <a:lvl2pPr>
              <a:defRPr sz="1600">
                <a:solidFill>
                  <a:srgbClr val="0070AD"/>
                </a:solidFill>
              </a:defRPr>
            </a:lvl2pPr>
          </a:lstStyle>
          <a:p>
            <a:pPr lvl="0"/>
            <a:r>
              <a:rPr lang="en-US" dirty="0"/>
              <a:t>Click to insert presenter, location, and date</a:t>
            </a:r>
            <a:endParaRPr lang="pt-PT" dirty="0"/>
          </a:p>
        </p:txBody>
      </p:sp>
      <p:pic>
        <p:nvPicPr>
          <p:cNvPr id="5" name="Graphic 9">
            <a:extLst>
              <a:ext uri="{FF2B5EF4-FFF2-40B4-BE49-F238E27FC236}">
                <a16:creationId xmlns:a16="http://schemas.microsoft.com/office/drawing/2014/main" id="{C3D2EC56-D17C-4A75-8178-C69397BC735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07988" y="404813"/>
            <a:ext cx="2286000" cy="510013"/>
          </a:xfrm>
          <a:prstGeom prst="rect">
            <a:avLst/>
          </a:prstGeom>
        </p:spPr>
      </p:pic>
    </p:spTree>
    <p:extLst>
      <p:ext uri="{BB962C8B-B14F-4D97-AF65-F5344CB8AC3E}">
        <p14:creationId xmlns:p14="http://schemas.microsoft.com/office/powerpoint/2010/main" val="2040909627"/>
      </p:ext>
    </p:extLst>
  </p:cSld>
  <p:clrMapOvr>
    <a:masterClrMapping/>
  </p:clrMapOvr>
  <p:extLst>
    <p:ext uri="{DCECCB84-F9BA-43D5-87BE-67443E8EF086}">
      <p15:sldGuideLst xmlns:p15="http://schemas.microsoft.com/office/powerpoint/2012/main">
        <p15:guide id="1" orient="horz" pos="2160">
          <p15:clr>
            <a:srgbClr val="FBAE40"/>
          </p15:clr>
        </p15:guide>
        <p15:guide id="2" pos="4634">
          <p15:clr>
            <a:srgbClr val="FBAE40"/>
          </p15:clr>
        </p15:guide>
        <p15:guide id="3" pos="7219">
          <p15:clr>
            <a:srgbClr val="FBAE40"/>
          </p15:clr>
        </p15:guide>
        <p15:guide id="4" orient="horz" pos="2614">
          <p15:clr>
            <a:srgbClr val="FBAE40"/>
          </p15:clr>
        </p15:guide>
        <p15:guide id="5" orient="horz" pos="3203">
          <p15:clr>
            <a:srgbClr val="FBAE40"/>
          </p15:clr>
        </p15:guide>
        <p15:guide id="6" orient="horz" pos="395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xt with Shapes - Layout1">
    <p:bg>
      <p:bgRef idx="1001">
        <a:schemeClr val="bg1"/>
      </p:bgRef>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E94103CC-22C5-4F38-9B77-3524E8A553F9}"/>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r="23077" b="19676"/>
          <a:stretch/>
        </p:blipFill>
        <p:spPr>
          <a:xfrm rot="16200000">
            <a:off x="5413032" y="79029"/>
            <a:ext cx="6857997" cy="6699938"/>
          </a:xfrm>
          <a:prstGeom prst="rect">
            <a:avLst/>
          </a:prstGeom>
        </p:spPr>
      </p:pic>
      <p:sp>
        <p:nvSpPr>
          <p:cNvPr id="50" name="Text Placeholder 7">
            <a:extLst>
              <a:ext uri="{FF2B5EF4-FFF2-40B4-BE49-F238E27FC236}">
                <a16:creationId xmlns:a16="http://schemas.microsoft.com/office/drawing/2014/main" id="{4E956B68-B273-4648-AC4B-C9A05A745160}"/>
              </a:ext>
            </a:extLst>
          </p:cNvPr>
          <p:cNvSpPr>
            <a:spLocks noGrp="1"/>
          </p:cNvSpPr>
          <p:nvPr>
            <p:ph type="body" sz="quarter" idx="32" hasCustomPrompt="1"/>
          </p:nvPr>
        </p:nvSpPr>
        <p:spPr>
          <a:xfrm>
            <a:off x="1847528" y="2708920"/>
            <a:ext cx="3312368" cy="720080"/>
          </a:xfrm>
          <a:prstGeom prst="rect">
            <a:avLst/>
          </a:prstGeom>
        </p:spPr>
        <p:txBody>
          <a:bodyPr anchor="ctr">
            <a:no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600"/>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Click to insert text</a:t>
            </a:r>
          </a:p>
        </p:txBody>
      </p:sp>
      <p:sp>
        <p:nvSpPr>
          <p:cNvPr id="51" name="Text Placeholder 7">
            <a:extLst>
              <a:ext uri="{FF2B5EF4-FFF2-40B4-BE49-F238E27FC236}">
                <a16:creationId xmlns:a16="http://schemas.microsoft.com/office/drawing/2014/main" id="{F12D7C74-E8A0-4A7D-95DA-A14111669514}"/>
              </a:ext>
            </a:extLst>
          </p:cNvPr>
          <p:cNvSpPr>
            <a:spLocks noGrp="1"/>
          </p:cNvSpPr>
          <p:nvPr>
            <p:ph type="body" sz="quarter" idx="33" hasCustomPrompt="1"/>
          </p:nvPr>
        </p:nvSpPr>
        <p:spPr>
          <a:xfrm>
            <a:off x="1847528" y="3645024"/>
            <a:ext cx="3312368" cy="720080"/>
          </a:xfrm>
          <a:prstGeom prst="rect">
            <a:avLst/>
          </a:prstGeom>
        </p:spPr>
        <p:txBody>
          <a:bodyPr anchor="ctr">
            <a:no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600"/>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Click to insert text</a:t>
            </a:r>
          </a:p>
        </p:txBody>
      </p:sp>
      <p:sp>
        <p:nvSpPr>
          <p:cNvPr id="49" name="Picture Placeholder 48">
            <a:extLst>
              <a:ext uri="{FF2B5EF4-FFF2-40B4-BE49-F238E27FC236}">
                <a16:creationId xmlns:a16="http://schemas.microsoft.com/office/drawing/2014/main" id="{4212BD44-DEDF-4B08-8824-204652F9616E}"/>
              </a:ext>
            </a:extLst>
          </p:cNvPr>
          <p:cNvSpPr>
            <a:spLocks noGrp="1"/>
          </p:cNvSpPr>
          <p:nvPr>
            <p:ph type="pic" sz="quarter" idx="10"/>
          </p:nvPr>
        </p:nvSpPr>
        <p:spPr>
          <a:xfrm>
            <a:off x="6553200" y="2060575"/>
            <a:ext cx="4910138" cy="2722563"/>
          </a:xfrm>
          <a:prstGeom prst="rect">
            <a:avLst/>
          </a:prstGeom>
        </p:spPr>
        <p:txBody>
          <a:bodyPr anchor="ctr"/>
          <a:lstStyle>
            <a:lvl1pPr algn="ctr">
              <a:defRPr/>
            </a:lvl1pPr>
          </a:lstStyle>
          <a:p>
            <a:endParaRPr lang="pt-PT"/>
          </a:p>
        </p:txBody>
      </p:sp>
      <p:sp>
        <p:nvSpPr>
          <p:cNvPr id="52" name="Text Placeholder 7">
            <a:extLst>
              <a:ext uri="{FF2B5EF4-FFF2-40B4-BE49-F238E27FC236}">
                <a16:creationId xmlns:a16="http://schemas.microsoft.com/office/drawing/2014/main" id="{92D6AE9D-467E-46C0-B32B-79A9B07CDD13}"/>
              </a:ext>
            </a:extLst>
          </p:cNvPr>
          <p:cNvSpPr>
            <a:spLocks noGrp="1"/>
          </p:cNvSpPr>
          <p:nvPr>
            <p:ph type="body" sz="quarter" idx="34" hasCustomPrompt="1"/>
          </p:nvPr>
        </p:nvSpPr>
        <p:spPr>
          <a:xfrm>
            <a:off x="1847528" y="4630276"/>
            <a:ext cx="3312368" cy="720080"/>
          </a:xfrm>
          <a:prstGeom prst="rect">
            <a:avLst/>
          </a:prstGeom>
        </p:spPr>
        <p:txBody>
          <a:bodyPr anchor="ctr">
            <a:no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600"/>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Click to insert text</a:t>
            </a:r>
          </a:p>
        </p:txBody>
      </p:sp>
      <p:sp>
        <p:nvSpPr>
          <p:cNvPr id="7"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407988" y="404813"/>
            <a:ext cx="9864476" cy="863600"/>
          </a:xfrm>
          <a:prstGeom prst="rect">
            <a:avLst/>
          </a:prstGeom>
        </p:spPr>
        <p:txBody>
          <a:bodyPr vert="horz" lIns="0" tIns="0" rIns="0" bIns="0" rtlCol="0" anchor="t">
            <a:normAutofit/>
          </a:bodyPr>
          <a:lstStyle>
            <a:lvl1pPr>
              <a:defRPr lang="pt-PT" dirty="0"/>
            </a:lvl1pPr>
          </a:lstStyle>
          <a:p>
            <a:pPr lvl="0">
              <a:lnSpc>
                <a:spcPts val="3000"/>
              </a:lnSpc>
            </a:pPr>
            <a:r>
              <a:rPr lang="en-US" dirty="0"/>
              <a:t>Click to add title</a:t>
            </a:r>
            <a:endParaRPr lang="pt-PT" dirty="0"/>
          </a:p>
        </p:txBody>
      </p:sp>
      <p:pic>
        <p:nvPicPr>
          <p:cNvPr id="9" name="Graphic 4">
            <a:extLst>
              <a:ext uri="{FF2B5EF4-FFF2-40B4-BE49-F238E27FC236}">
                <a16:creationId xmlns:a16="http://schemas.microsoft.com/office/drawing/2014/main" id="{D67A1EFD-D78D-4138-B2FE-E0A098B59C34}"/>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l="81836" t="-4713" b="16530"/>
          <a:stretch/>
        </p:blipFill>
        <p:spPr>
          <a:xfrm>
            <a:off x="11491419" y="164829"/>
            <a:ext cx="424356" cy="459624"/>
          </a:xfrm>
          <a:prstGeom prst="rect">
            <a:avLst/>
          </a:prstGeom>
        </p:spPr>
      </p:pic>
      <p:cxnSp>
        <p:nvCxnSpPr>
          <p:cNvPr id="11"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3283674"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12" name="Rectangle 27">
            <a:hlinkClick r:id="rId6"/>
            <a:extLst>
              <a:ext uri="{FF2B5EF4-FFF2-40B4-BE49-F238E27FC236}">
                <a16:creationId xmlns:a16="http://schemas.microsoft.com/office/drawing/2014/main" id="{F376ABD1-4930-42EB-9A73-9A9C7C6BF2D3}"/>
              </a:ext>
            </a:extLst>
          </p:cNvPr>
          <p:cNvSpPr/>
          <p:nvPr userDrawn="1"/>
        </p:nvSpPr>
        <p:spPr>
          <a:xfrm>
            <a:off x="407988" y="6555971"/>
            <a:ext cx="2829007" cy="219456"/>
          </a:xfrm>
          <a:prstGeom prst="rect">
            <a:avLst/>
          </a:prstGeom>
        </p:spPr>
        <p:txBody>
          <a:bodyPr wrap="square" lIns="0" tIns="0" rIns="0" bIns="0" anchor="ctr" anchorCtr="0">
            <a:noAutofit/>
          </a:bodyPr>
          <a:lstStyle/>
          <a:p>
            <a:pPr lvl="0" algn="l" defTabSz="914400">
              <a:lnSpc>
                <a:spcPct val="85000"/>
              </a:lnSpc>
              <a:defRPr/>
            </a:pPr>
            <a:r>
              <a:rPr lang="en-US" sz="800" kern="0" dirty="0">
                <a:solidFill>
                  <a:srgbClr val="00458D"/>
                </a:solidFill>
                <a:latin typeface="+mj-lt"/>
                <a:cs typeface="Arial" panose="020B0604020202020204" pitchFamily="34" charset="0"/>
              </a:rPr>
              <a:t>Presentation Title | Author | Date</a:t>
            </a:r>
          </a:p>
        </p:txBody>
      </p:sp>
      <p:sp>
        <p:nvSpPr>
          <p:cNvPr id="13" name="Retângulo 43">
            <a:extLst>
              <a:ext uri="{FF2B5EF4-FFF2-40B4-BE49-F238E27FC236}">
                <a16:creationId xmlns:a16="http://schemas.microsoft.com/office/drawing/2014/main" id="{25FC8637-25BD-4C09-AF25-56B4243DAB3D}"/>
              </a:ext>
            </a:extLst>
          </p:cNvPr>
          <p:cNvSpPr/>
          <p:nvPr userDrawn="1"/>
        </p:nvSpPr>
        <p:spPr>
          <a:xfrm>
            <a:off x="11665391" y="6555758"/>
            <a:ext cx="360997" cy="215444"/>
          </a:xfrm>
          <a:prstGeom prst="rect">
            <a:avLst/>
          </a:prstGeom>
        </p:spPr>
        <p:txBody>
          <a:bodyPr wrap="none">
            <a:spAutoFit/>
          </a:bodyPr>
          <a:lstStyle/>
          <a:p>
            <a:pPr algn="r"/>
            <a:fld id="{0502E5A9-B53C-401E-A0E0-4A359BB0A9E5}" type="slidenum">
              <a:rPr lang="en-US" sz="800" smtClean="0">
                <a:solidFill>
                  <a:schemeClr val="bg1"/>
                </a:solidFill>
                <a:cs typeface="Arial" panose="020B0604020202020204" pitchFamily="34" charset="0"/>
              </a:rPr>
              <a:t>‹#›</a:t>
            </a:fld>
            <a:endParaRPr lang="en-US" sz="800" dirty="0">
              <a:solidFill>
                <a:schemeClr val="bg1"/>
              </a:solidFill>
              <a:cs typeface="Arial" panose="020B0604020202020204" pitchFamily="34" charset="0"/>
            </a:endParaRPr>
          </a:p>
        </p:txBody>
      </p:sp>
      <p:sp>
        <p:nvSpPr>
          <p:cNvPr id="14" name="Retângulo 43">
            <a:extLst>
              <a:ext uri="{FF2B5EF4-FFF2-40B4-BE49-F238E27FC236}">
                <a16:creationId xmlns:a16="http://schemas.microsoft.com/office/drawing/2014/main" id="{834ADCB4-BFB1-450D-8F6D-64217F4CD92C}"/>
              </a:ext>
            </a:extLst>
          </p:cNvPr>
          <p:cNvSpPr/>
          <p:nvPr userDrawn="1"/>
        </p:nvSpPr>
        <p:spPr>
          <a:xfrm>
            <a:off x="3411379" y="6555758"/>
            <a:ext cx="2223686" cy="219456"/>
          </a:xfrm>
          <a:prstGeom prst="rect">
            <a:avLst/>
          </a:prstGeom>
        </p:spPr>
        <p:txBody>
          <a:bodyPr wrap="none" lIns="0" tIns="0" rIns="0" bIns="0" anchor="ctr">
            <a:noAutofit/>
          </a:bodyPr>
          <a:lstStyle/>
          <a:p>
            <a:pPr algn="l"/>
            <a:r>
              <a:rPr lang="en-US" sz="800" dirty="0">
                <a:solidFill>
                  <a:schemeClr val="bg2">
                    <a:lumMod val="50000"/>
                  </a:schemeClr>
                </a:solidFill>
                <a:cs typeface="Arial" panose="020B0604020202020204" pitchFamily="34" charset="0"/>
              </a:rPr>
              <a:t>© 2017 Capgemini. All rights reserved.</a:t>
            </a:r>
          </a:p>
        </p:txBody>
      </p:sp>
    </p:spTree>
    <p:extLst>
      <p:ext uri="{BB962C8B-B14F-4D97-AF65-F5344CB8AC3E}">
        <p14:creationId xmlns:p14="http://schemas.microsoft.com/office/powerpoint/2010/main" val="135373778"/>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xt with Shapes - Layout2">
    <p:bg>
      <p:bgPr>
        <a:solidFill>
          <a:srgbClr val="E6E7E7"/>
        </a:solidFill>
        <a:effectLst/>
      </p:bgPr>
    </p:bg>
    <p:spTree>
      <p:nvGrpSpPr>
        <p:cNvPr id="1" name=""/>
        <p:cNvGrpSpPr/>
        <p:nvPr/>
      </p:nvGrpSpPr>
      <p:grpSpPr>
        <a:xfrm>
          <a:off x="0" y="0"/>
          <a:ext cx="0" cy="0"/>
          <a:chOff x="0" y="0"/>
          <a:chExt cx="0" cy="0"/>
        </a:xfrm>
      </p:grpSpPr>
      <p:sp>
        <p:nvSpPr>
          <p:cNvPr id="10" name="Text Placeholder 13">
            <a:extLst>
              <a:ext uri="{FF2B5EF4-FFF2-40B4-BE49-F238E27FC236}">
                <a16:creationId xmlns:a16="http://schemas.microsoft.com/office/drawing/2014/main" id="{7D1DC75A-C7A4-44A4-B19C-D445335545B0}"/>
              </a:ext>
            </a:extLst>
          </p:cNvPr>
          <p:cNvSpPr>
            <a:spLocks noGrp="1"/>
          </p:cNvSpPr>
          <p:nvPr>
            <p:ph type="body" sz="quarter" idx="11" hasCustomPrompt="1"/>
          </p:nvPr>
        </p:nvSpPr>
        <p:spPr>
          <a:xfrm>
            <a:off x="407988" y="2204864"/>
            <a:ext cx="3618859" cy="2924629"/>
          </a:xfrm>
          <a:prstGeom prst="rect">
            <a:avLst/>
          </a:prstGeom>
        </p:spPr>
        <p:txBody>
          <a:bodyPr lIns="0" tIns="0" rIns="0" bIns="0" anchor="b">
            <a:normAutofit/>
          </a:bodyPr>
          <a:lstStyle>
            <a:lvl1pPr>
              <a:lnSpc>
                <a:spcPts val="6200"/>
              </a:lnSpc>
              <a:defRPr sz="5400">
                <a:solidFill>
                  <a:srgbClr val="2C004B"/>
                </a:solidFill>
              </a:defRPr>
            </a:lvl1pPr>
            <a:lvl2pPr marL="457200" indent="0">
              <a:lnSpc>
                <a:spcPts val="6200"/>
              </a:lnSpc>
              <a:buNone/>
              <a:defRPr sz="5400">
                <a:solidFill>
                  <a:srgbClr val="2C004B"/>
                </a:solidFill>
              </a:defRPr>
            </a:lvl2pPr>
          </a:lstStyle>
          <a:p>
            <a:pPr lvl="0"/>
            <a:r>
              <a:rPr lang="en-US" dirty="0"/>
              <a:t>Edit text styles</a:t>
            </a:r>
          </a:p>
        </p:txBody>
      </p:sp>
      <p:sp>
        <p:nvSpPr>
          <p:cNvPr id="11" name="Text Placeholder 13">
            <a:extLst>
              <a:ext uri="{FF2B5EF4-FFF2-40B4-BE49-F238E27FC236}">
                <a16:creationId xmlns:a16="http://schemas.microsoft.com/office/drawing/2014/main" id="{563879A0-0979-491A-8758-371BB7AD935B}"/>
              </a:ext>
            </a:extLst>
          </p:cNvPr>
          <p:cNvSpPr>
            <a:spLocks noGrp="1"/>
          </p:cNvSpPr>
          <p:nvPr>
            <p:ph type="body" sz="quarter" idx="12" hasCustomPrompt="1"/>
          </p:nvPr>
        </p:nvSpPr>
        <p:spPr>
          <a:xfrm>
            <a:off x="407988" y="5273460"/>
            <a:ext cx="3618859" cy="675820"/>
          </a:xfrm>
          <a:prstGeom prst="rect">
            <a:avLst/>
          </a:prstGeom>
        </p:spPr>
        <p:txBody>
          <a:bodyPr lIns="0" tIns="0" rIns="0" bIns="0">
            <a:normAutofit/>
          </a:bodyPr>
          <a:lstStyle>
            <a:lvl1pPr>
              <a:lnSpc>
                <a:spcPts val="1800"/>
              </a:lnSpc>
              <a:defRPr sz="1600">
                <a:solidFill>
                  <a:srgbClr val="2C004B"/>
                </a:solidFill>
              </a:defRPr>
            </a:lvl1pPr>
            <a:lvl2pPr marL="457200" indent="0">
              <a:buNone/>
              <a:defRPr sz="1800">
                <a:solidFill>
                  <a:srgbClr val="2C004B"/>
                </a:solidFill>
              </a:defRPr>
            </a:lvl2pPr>
          </a:lstStyle>
          <a:p>
            <a:pPr lvl="0"/>
            <a:r>
              <a:rPr lang="en-US" dirty="0"/>
              <a:t>Edit text styles</a:t>
            </a:r>
          </a:p>
        </p:txBody>
      </p:sp>
      <p:grpSp>
        <p:nvGrpSpPr>
          <p:cNvPr id="9" name="Group 8">
            <a:extLst>
              <a:ext uri="{FF2B5EF4-FFF2-40B4-BE49-F238E27FC236}">
                <a16:creationId xmlns:a16="http://schemas.microsoft.com/office/drawing/2014/main" id="{A76958A6-8FB1-445D-BB17-D619DC39E089}"/>
              </a:ext>
            </a:extLst>
          </p:cNvPr>
          <p:cNvGrpSpPr/>
          <p:nvPr userDrawn="1"/>
        </p:nvGrpSpPr>
        <p:grpSpPr>
          <a:xfrm>
            <a:off x="3461852" y="0"/>
            <a:ext cx="8730148" cy="6858000"/>
            <a:chOff x="3461852" y="0"/>
            <a:chExt cx="8730148" cy="6858000"/>
          </a:xfrm>
        </p:grpSpPr>
        <p:sp>
          <p:nvSpPr>
            <p:cNvPr id="12" name="Freeform: Shape 11">
              <a:extLst>
                <a:ext uri="{FF2B5EF4-FFF2-40B4-BE49-F238E27FC236}">
                  <a16:creationId xmlns:a16="http://schemas.microsoft.com/office/drawing/2014/main" id="{3C37792F-39D6-4A1F-BE84-103229E3E4C7}"/>
                </a:ext>
              </a:extLst>
            </p:cNvPr>
            <p:cNvSpPr/>
            <p:nvPr/>
          </p:nvSpPr>
          <p:spPr>
            <a:xfrm>
              <a:off x="3461852" y="0"/>
              <a:ext cx="8730148" cy="6858000"/>
            </a:xfrm>
            <a:custGeom>
              <a:avLst/>
              <a:gdLst>
                <a:gd name="connsiteX0" fmla="*/ 0 w 8730148"/>
                <a:gd name="connsiteY0" fmla="*/ 0 h 6858000"/>
                <a:gd name="connsiteX1" fmla="*/ 8730148 w 8730148"/>
                <a:gd name="connsiteY1" fmla="*/ 0 h 6858000"/>
                <a:gd name="connsiteX2" fmla="*/ 8730148 w 8730148"/>
                <a:gd name="connsiteY2" fmla="*/ 23679 h 6858000"/>
                <a:gd name="connsiteX3" fmla="*/ 8730148 w 8730148"/>
                <a:gd name="connsiteY3" fmla="*/ 495863 h 6858000"/>
                <a:gd name="connsiteX4" fmla="*/ 8730148 w 8730148"/>
                <a:gd name="connsiteY4" fmla="*/ 952308 h 6858000"/>
                <a:gd name="connsiteX5" fmla="*/ 8730148 w 8730148"/>
                <a:gd name="connsiteY5" fmla="*/ 1393283 h 6858000"/>
                <a:gd name="connsiteX6" fmla="*/ 8730148 w 8730148"/>
                <a:gd name="connsiteY6" fmla="*/ 1819052 h 6858000"/>
                <a:gd name="connsiteX7" fmla="*/ 8730148 w 8730148"/>
                <a:gd name="connsiteY7" fmla="*/ 2229885 h 6858000"/>
                <a:gd name="connsiteX8" fmla="*/ 8730148 w 8730148"/>
                <a:gd name="connsiteY8" fmla="*/ 2626046 h 6858000"/>
                <a:gd name="connsiteX9" fmla="*/ 8730148 w 8730148"/>
                <a:gd name="connsiteY9" fmla="*/ 3007803 h 6858000"/>
                <a:gd name="connsiteX10" fmla="*/ 8730148 w 8730148"/>
                <a:gd name="connsiteY10" fmla="*/ 3375422 h 6858000"/>
                <a:gd name="connsiteX11" fmla="*/ 8730148 w 8730148"/>
                <a:gd name="connsiteY11" fmla="*/ 3729171 h 6858000"/>
                <a:gd name="connsiteX12" fmla="*/ 8730148 w 8730148"/>
                <a:gd name="connsiteY12" fmla="*/ 4069315 h 6858000"/>
                <a:gd name="connsiteX13" fmla="*/ 8730148 w 8730148"/>
                <a:gd name="connsiteY13" fmla="*/ 4396123 h 6858000"/>
                <a:gd name="connsiteX14" fmla="*/ 8730148 w 8730148"/>
                <a:gd name="connsiteY14" fmla="*/ 4709860 h 6858000"/>
                <a:gd name="connsiteX15" fmla="*/ 8730148 w 8730148"/>
                <a:gd name="connsiteY15" fmla="*/ 5010793 h 6858000"/>
                <a:gd name="connsiteX16" fmla="*/ 8730148 w 8730148"/>
                <a:gd name="connsiteY16" fmla="*/ 5299189 h 6858000"/>
                <a:gd name="connsiteX17" fmla="*/ 8730148 w 8730148"/>
                <a:gd name="connsiteY17" fmla="*/ 5575315 h 6858000"/>
                <a:gd name="connsiteX18" fmla="*/ 8730148 w 8730148"/>
                <a:gd name="connsiteY18" fmla="*/ 5839437 h 6858000"/>
                <a:gd name="connsiteX19" fmla="*/ 8730148 w 8730148"/>
                <a:gd name="connsiteY19" fmla="*/ 6091822 h 6858000"/>
                <a:gd name="connsiteX20" fmla="*/ 8730148 w 8730148"/>
                <a:gd name="connsiteY20" fmla="*/ 6332738 h 6858000"/>
                <a:gd name="connsiteX21" fmla="*/ 8730148 w 8730148"/>
                <a:gd name="connsiteY21" fmla="*/ 6562450 h 6858000"/>
                <a:gd name="connsiteX22" fmla="*/ 8730148 w 8730148"/>
                <a:gd name="connsiteY22" fmla="*/ 6781226 h 6858000"/>
                <a:gd name="connsiteX23" fmla="*/ 8730148 w 8730148"/>
                <a:gd name="connsiteY23" fmla="*/ 6858000 h 6858000"/>
                <a:gd name="connsiteX24" fmla="*/ 1680266 w 8730148"/>
                <a:gd name="connsiteY24" fmla="*/ 6858000 h 6858000"/>
                <a:gd name="connsiteX25" fmla="*/ 1725275 w 8730148"/>
                <a:gd name="connsiteY25" fmla="*/ 6819058 h 6858000"/>
                <a:gd name="connsiteX26" fmla="*/ 3705962 w 8730148"/>
                <a:gd name="connsiteY26" fmla="*/ 2012619 h 6858000"/>
                <a:gd name="connsiteX27" fmla="*/ 116582 w 8730148"/>
                <a:gd name="connsiteY27" fmla="*/ 25323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8730148" h="6858000">
                  <a:moveTo>
                    <a:pt x="0" y="0"/>
                  </a:moveTo>
                  <a:lnTo>
                    <a:pt x="8730148" y="0"/>
                  </a:lnTo>
                  <a:lnTo>
                    <a:pt x="8730148" y="23679"/>
                  </a:lnTo>
                  <a:lnTo>
                    <a:pt x="8730148" y="495863"/>
                  </a:lnTo>
                  <a:lnTo>
                    <a:pt x="8730148" y="952308"/>
                  </a:lnTo>
                  <a:lnTo>
                    <a:pt x="8730148" y="1393283"/>
                  </a:lnTo>
                  <a:lnTo>
                    <a:pt x="8730148" y="1819052"/>
                  </a:lnTo>
                  <a:lnTo>
                    <a:pt x="8730148" y="2229885"/>
                  </a:lnTo>
                  <a:lnTo>
                    <a:pt x="8730148" y="2626046"/>
                  </a:lnTo>
                  <a:lnTo>
                    <a:pt x="8730148" y="3007803"/>
                  </a:lnTo>
                  <a:lnTo>
                    <a:pt x="8730148" y="3375422"/>
                  </a:lnTo>
                  <a:lnTo>
                    <a:pt x="8730148" y="3729171"/>
                  </a:lnTo>
                  <a:lnTo>
                    <a:pt x="8730148" y="4069315"/>
                  </a:lnTo>
                  <a:lnTo>
                    <a:pt x="8730148" y="4396123"/>
                  </a:lnTo>
                  <a:lnTo>
                    <a:pt x="8730148" y="4709860"/>
                  </a:lnTo>
                  <a:lnTo>
                    <a:pt x="8730148" y="5010793"/>
                  </a:lnTo>
                  <a:lnTo>
                    <a:pt x="8730148" y="5299189"/>
                  </a:lnTo>
                  <a:lnTo>
                    <a:pt x="8730148" y="5575315"/>
                  </a:lnTo>
                  <a:lnTo>
                    <a:pt x="8730148" y="5839437"/>
                  </a:lnTo>
                  <a:lnTo>
                    <a:pt x="8730148" y="6091822"/>
                  </a:lnTo>
                  <a:lnTo>
                    <a:pt x="8730148" y="6332738"/>
                  </a:lnTo>
                  <a:lnTo>
                    <a:pt x="8730148" y="6562450"/>
                  </a:lnTo>
                  <a:lnTo>
                    <a:pt x="8730148" y="6781226"/>
                  </a:lnTo>
                  <a:lnTo>
                    <a:pt x="8730148" y="6858000"/>
                  </a:lnTo>
                  <a:lnTo>
                    <a:pt x="1680266" y="6858000"/>
                  </a:lnTo>
                  <a:lnTo>
                    <a:pt x="1725275" y="6819058"/>
                  </a:lnTo>
                  <a:cubicBezTo>
                    <a:pt x="4662995" y="4201443"/>
                    <a:pt x="4141233" y="1217168"/>
                    <a:pt x="3705962" y="2012619"/>
                  </a:cubicBezTo>
                  <a:cubicBezTo>
                    <a:pt x="3516434" y="3033940"/>
                    <a:pt x="1425698" y="2929072"/>
                    <a:pt x="116582" y="253235"/>
                  </a:cubicBezTo>
                  <a:close/>
                </a:path>
              </a:pathLst>
            </a:custGeom>
            <a:solidFill>
              <a:srgbClr val="2C00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3" name="Freeform 10">
              <a:extLst>
                <a:ext uri="{FF2B5EF4-FFF2-40B4-BE49-F238E27FC236}">
                  <a16:creationId xmlns:a16="http://schemas.microsoft.com/office/drawing/2014/main" id="{D9D750E2-E6DE-4123-9001-1391D1C49BBA}"/>
                </a:ext>
              </a:extLst>
            </p:cNvPr>
            <p:cNvSpPr>
              <a:spLocks/>
            </p:cNvSpPr>
            <p:nvPr/>
          </p:nvSpPr>
          <p:spPr bwMode="auto">
            <a:xfrm>
              <a:off x="6813803" y="2034666"/>
              <a:ext cx="669225" cy="544797"/>
            </a:xfrm>
            <a:custGeom>
              <a:avLst/>
              <a:gdLst>
                <a:gd name="T0" fmla="*/ 98 w 149"/>
                <a:gd name="T1" fmla="*/ 84 h 121"/>
                <a:gd name="T2" fmla="*/ 149 w 149"/>
                <a:gd name="T3" fmla="*/ 34 h 121"/>
                <a:gd name="T4" fmla="*/ 112 w 149"/>
                <a:gd name="T5" fmla="*/ 0 h 121"/>
                <a:gd name="T6" fmla="*/ 39 w 149"/>
                <a:gd name="T7" fmla="*/ 78 h 121"/>
                <a:gd name="T8" fmla="*/ 0 w 149"/>
                <a:gd name="T9" fmla="*/ 113 h 121"/>
                <a:gd name="T10" fmla="*/ 29 w 149"/>
                <a:gd name="T11" fmla="*/ 121 h 121"/>
                <a:gd name="T12" fmla="*/ 99 w 149"/>
                <a:gd name="T13" fmla="*/ 99 h 121"/>
                <a:gd name="T14" fmla="*/ 64 w 149"/>
                <a:gd name="T15" fmla="*/ 67 h 121"/>
                <a:gd name="T16" fmla="*/ 98 w 149"/>
                <a:gd name="T17" fmla="*/ 84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9" h="121">
                  <a:moveTo>
                    <a:pt x="98" y="84"/>
                  </a:moveTo>
                  <a:cubicBezTo>
                    <a:pt x="127" y="84"/>
                    <a:pt x="149" y="61"/>
                    <a:pt x="149" y="34"/>
                  </a:cubicBezTo>
                  <a:cubicBezTo>
                    <a:pt x="147" y="22"/>
                    <a:pt x="143" y="0"/>
                    <a:pt x="112" y="0"/>
                  </a:cubicBezTo>
                  <a:cubicBezTo>
                    <a:pt x="78" y="0"/>
                    <a:pt x="67" y="47"/>
                    <a:pt x="39" y="78"/>
                  </a:cubicBezTo>
                  <a:cubicBezTo>
                    <a:pt x="37" y="95"/>
                    <a:pt x="20" y="111"/>
                    <a:pt x="0" y="113"/>
                  </a:cubicBezTo>
                  <a:cubicBezTo>
                    <a:pt x="5" y="118"/>
                    <a:pt x="16" y="121"/>
                    <a:pt x="29" y="121"/>
                  </a:cubicBezTo>
                  <a:cubicBezTo>
                    <a:pt x="54" y="121"/>
                    <a:pt x="83" y="114"/>
                    <a:pt x="99" y="99"/>
                  </a:cubicBezTo>
                  <a:cubicBezTo>
                    <a:pt x="78" y="99"/>
                    <a:pt x="65" y="86"/>
                    <a:pt x="64" y="67"/>
                  </a:cubicBezTo>
                  <a:cubicBezTo>
                    <a:pt x="74" y="79"/>
                    <a:pt x="85" y="84"/>
                    <a:pt x="98" y="84"/>
                  </a:cubicBezTo>
                </a:path>
              </a:pathLst>
            </a:custGeom>
            <a:solidFill>
              <a:srgbClr val="00B9E7"/>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pt-PT"/>
            </a:p>
          </p:txBody>
        </p:sp>
        <p:sp>
          <p:nvSpPr>
            <p:cNvPr id="14" name="Freeform 11">
              <a:extLst>
                <a:ext uri="{FF2B5EF4-FFF2-40B4-BE49-F238E27FC236}">
                  <a16:creationId xmlns:a16="http://schemas.microsoft.com/office/drawing/2014/main" id="{53936070-5445-4D5B-B6F0-A72D3CC87FBE}"/>
                </a:ext>
              </a:extLst>
            </p:cNvPr>
            <p:cNvSpPr>
              <a:spLocks/>
            </p:cNvSpPr>
            <p:nvPr/>
          </p:nvSpPr>
          <p:spPr bwMode="auto">
            <a:xfrm>
              <a:off x="6464057" y="1641201"/>
              <a:ext cx="1018971" cy="860913"/>
            </a:xfrm>
            <a:custGeom>
              <a:avLst/>
              <a:gdLst>
                <a:gd name="T0" fmla="*/ 227 w 227"/>
                <a:gd name="T1" fmla="*/ 120 h 192"/>
                <a:gd name="T2" fmla="*/ 188 w 227"/>
                <a:gd name="T3" fmla="*/ 40 h 192"/>
                <a:gd name="T4" fmla="*/ 127 w 227"/>
                <a:gd name="T5" fmla="*/ 2 h 192"/>
                <a:gd name="T6" fmla="*/ 122 w 227"/>
                <a:gd name="T7" fmla="*/ 0 h 192"/>
                <a:gd name="T8" fmla="*/ 121 w 227"/>
                <a:gd name="T9" fmla="*/ 0 h 192"/>
                <a:gd name="T10" fmla="*/ 0 w 227"/>
                <a:gd name="T11" fmla="*/ 125 h 192"/>
                <a:gd name="T12" fmla="*/ 42 w 227"/>
                <a:gd name="T13" fmla="*/ 187 h 192"/>
                <a:gd name="T14" fmla="*/ 85 w 227"/>
                <a:gd name="T15" fmla="*/ 187 h 192"/>
                <a:gd name="T16" fmla="*/ 117 w 227"/>
                <a:gd name="T17" fmla="*/ 166 h 192"/>
                <a:gd name="T18" fmla="*/ 190 w 227"/>
                <a:gd name="T19" fmla="*/ 88 h 192"/>
                <a:gd name="T20" fmla="*/ 227 w 227"/>
                <a:gd name="T21" fmla="*/ 122 h 192"/>
                <a:gd name="T22" fmla="*/ 227 w 227"/>
                <a:gd name="T23" fmla="*/ 120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7" h="192">
                  <a:moveTo>
                    <a:pt x="227" y="120"/>
                  </a:moveTo>
                  <a:cubicBezTo>
                    <a:pt x="226" y="88"/>
                    <a:pt x="211" y="61"/>
                    <a:pt x="188" y="40"/>
                  </a:cubicBezTo>
                  <a:cubicBezTo>
                    <a:pt x="170" y="23"/>
                    <a:pt x="149" y="11"/>
                    <a:pt x="127" y="2"/>
                  </a:cubicBezTo>
                  <a:cubicBezTo>
                    <a:pt x="125" y="1"/>
                    <a:pt x="123" y="0"/>
                    <a:pt x="122" y="0"/>
                  </a:cubicBezTo>
                  <a:cubicBezTo>
                    <a:pt x="122" y="0"/>
                    <a:pt x="122" y="0"/>
                    <a:pt x="121" y="0"/>
                  </a:cubicBezTo>
                  <a:cubicBezTo>
                    <a:pt x="94" y="32"/>
                    <a:pt x="0" y="57"/>
                    <a:pt x="0" y="125"/>
                  </a:cubicBezTo>
                  <a:cubicBezTo>
                    <a:pt x="0" y="152"/>
                    <a:pt x="17" y="176"/>
                    <a:pt x="42" y="187"/>
                  </a:cubicBezTo>
                  <a:cubicBezTo>
                    <a:pt x="56" y="192"/>
                    <a:pt x="70" y="192"/>
                    <a:pt x="85" y="187"/>
                  </a:cubicBezTo>
                  <a:cubicBezTo>
                    <a:pt x="98" y="183"/>
                    <a:pt x="108" y="175"/>
                    <a:pt x="117" y="166"/>
                  </a:cubicBezTo>
                  <a:cubicBezTo>
                    <a:pt x="145" y="135"/>
                    <a:pt x="156" y="88"/>
                    <a:pt x="190" y="88"/>
                  </a:cubicBezTo>
                  <a:cubicBezTo>
                    <a:pt x="221" y="88"/>
                    <a:pt x="225" y="110"/>
                    <a:pt x="227" y="122"/>
                  </a:cubicBezTo>
                  <a:cubicBezTo>
                    <a:pt x="227" y="122"/>
                    <a:pt x="227" y="121"/>
                    <a:pt x="227" y="120"/>
                  </a:cubicBezTo>
                </a:path>
              </a:pathLst>
            </a:custGeom>
            <a:solidFill>
              <a:srgbClr val="007DB6"/>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pt-PT"/>
            </a:p>
          </p:txBody>
        </p:sp>
      </p:grpSp>
      <p:sp>
        <p:nvSpPr>
          <p:cNvPr id="8" name="Retângulo 43">
            <a:extLst>
              <a:ext uri="{FF2B5EF4-FFF2-40B4-BE49-F238E27FC236}">
                <a16:creationId xmlns:a16="http://schemas.microsoft.com/office/drawing/2014/main" id="{834ADCB4-BFB1-450D-8F6D-64217F4CD92C}"/>
              </a:ext>
            </a:extLst>
          </p:cNvPr>
          <p:cNvSpPr/>
          <p:nvPr userDrawn="1"/>
        </p:nvSpPr>
        <p:spPr>
          <a:xfrm>
            <a:off x="9496659" y="6555758"/>
            <a:ext cx="2223686" cy="219456"/>
          </a:xfrm>
          <a:prstGeom prst="rect">
            <a:avLst/>
          </a:prstGeom>
        </p:spPr>
        <p:txBody>
          <a:bodyPr wrap="none" lIns="0" tIns="0" rIns="0" bIns="0" anchor="ctr">
            <a:noAutofit/>
          </a:bodyPr>
          <a:lstStyle/>
          <a:p>
            <a:pPr algn="l"/>
            <a:r>
              <a:rPr lang="en-US" sz="800" dirty="0">
                <a:solidFill>
                  <a:schemeClr val="bg1"/>
                </a:solidFill>
                <a:cs typeface="Arial" panose="020B0604020202020204" pitchFamily="34" charset="0"/>
              </a:rPr>
              <a:t>© 2017 Capgemini. All rights reserved.</a:t>
            </a:r>
          </a:p>
        </p:txBody>
      </p:sp>
      <p:sp>
        <p:nvSpPr>
          <p:cNvPr id="15" name="Retângulo 43">
            <a:extLst>
              <a:ext uri="{FF2B5EF4-FFF2-40B4-BE49-F238E27FC236}">
                <a16:creationId xmlns:a16="http://schemas.microsoft.com/office/drawing/2014/main" id="{25FC8637-25BD-4C09-AF25-56B4243DAB3D}"/>
              </a:ext>
            </a:extLst>
          </p:cNvPr>
          <p:cNvSpPr/>
          <p:nvPr userDrawn="1"/>
        </p:nvSpPr>
        <p:spPr>
          <a:xfrm>
            <a:off x="11665391" y="6555758"/>
            <a:ext cx="360997" cy="215444"/>
          </a:xfrm>
          <a:prstGeom prst="rect">
            <a:avLst/>
          </a:prstGeom>
        </p:spPr>
        <p:txBody>
          <a:bodyPr wrap="none">
            <a:spAutoFit/>
          </a:bodyPr>
          <a:lstStyle/>
          <a:p>
            <a:pPr algn="r"/>
            <a:fld id="{0502E5A9-B53C-401E-A0E0-4A359BB0A9E5}" type="slidenum">
              <a:rPr lang="en-US" sz="800" smtClean="0">
                <a:solidFill>
                  <a:schemeClr val="bg1"/>
                </a:solidFill>
                <a:cs typeface="Arial" panose="020B0604020202020204" pitchFamily="34" charset="0"/>
              </a:rPr>
              <a:t>‹#›</a:t>
            </a:fld>
            <a:endParaRPr lang="en-US" sz="800" dirty="0">
              <a:solidFill>
                <a:schemeClr val="bg1"/>
              </a:solidFill>
              <a:cs typeface="Arial" panose="020B0604020202020204" pitchFamily="34" charset="0"/>
            </a:endParaRPr>
          </a:p>
        </p:txBody>
      </p:sp>
      <p:sp>
        <p:nvSpPr>
          <p:cNvPr id="20" name="Rectangle 27">
            <a:hlinkClick r:id="rId2"/>
            <a:extLst>
              <a:ext uri="{FF2B5EF4-FFF2-40B4-BE49-F238E27FC236}">
                <a16:creationId xmlns:a16="http://schemas.microsoft.com/office/drawing/2014/main" id="{F376ABD1-4930-42EB-9A73-9A9C7C6BF2D3}"/>
              </a:ext>
            </a:extLst>
          </p:cNvPr>
          <p:cNvSpPr/>
          <p:nvPr userDrawn="1"/>
        </p:nvSpPr>
        <p:spPr>
          <a:xfrm>
            <a:off x="407988" y="6555971"/>
            <a:ext cx="2829007" cy="219456"/>
          </a:xfrm>
          <a:prstGeom prst="rect">
            <a:avLst/>
          </a:prstGeom>
        </p:spPr>
        <p:txBody>
          <a:bodyPr wrap="square" lIns="0" tIns="0" rIns="0" bIns="0" anchor="ctr" anchorCtr="0">
            <a:noAutofit/>
          </a:bodyPr>
          <a:lstStyle/>
          <a:p>
            <a:pPr lvl="0" algn="l" defTabSz="914400">
              <a:lnSpc>
                <a:spcPct val="85000"/>
              </a:lnSpc>
              <a:defRPr/>
            </a:pPr>
            <a:r>
              <a:rPr lang="en-US" sz="800" kern="0" dirty="0">
                <a:solidFill>
                  <a:srgbClr val="00458D"/>
                </a:solidFill>
                <a:latin typeface="+mj-lt"/>
                <a:cs typeface="Arial" panose="020B0604020202020204" pitchFamily="34" charset="0"/>
              </a:rPr>
              <a:t>Presentation Title | Author | Date</a:t>
            </a:r>
          </a:p>
        </p:txBody>
      </p:sp>
    </p:spTree>
    <p:extLst>
      <p:ext uri="{BB962C8B-B14F-4D97-AF65-F5344CB8AC3E}">
        <p14:creationId xmlns:p14="http://schemas.microsoft.com/office/powerpoint/2010/main" val="20820145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lank-White">
    <p:spTree>
      <p:nvGrpSpPr>
        <p:cNvPr id="1" name=""/>
        <p:cNvGrpSpPr/>
        <p:nvPr/>
      </p:nvGrpSpPr>
      <p:grpSpPr>
        <a:xfrm>
          <a:off x="0" y="0"/>
          <a:ext cx="0" cy="0"/>
          <a:chOff x="0" y="0"/>
          <a:chExt cx="0" cy="0"/>
        </a:xfrm>
      </p:grpSpPr>
      <p:sp>
        <p:nvSpPr>
          <p:cNvPr id="3" name="Retângulo 43">
            <a:extLst>
              <a:ext uri="{FF2B5EF4-FFF2-40B4-BE49-F238E27FC236}">
                <a16:creationId xmlns:a16="http://schemas.microsoft.com/office/drawing/2014/main" id="{25FC8637-25BD-4C09-AF25-56B4243DAB3D}"/>
              </a:ext>
            </a:extLst>
          </p:cNvPr>
          <p:cNvSpPr/>
          <p:nvPr userDrawn="1"/>
        </p:nvSpPr>
        <p:spPr>
          <a:xfrm>
            <a:off x="11784013" y="6555758"/>
            <a:ext cx="242375" cy="215444"/>
          </a:xfrm>
          <a:prstGeom prst="rect">
            <a:avLst/>
          </a:prstGeom>
        </p:spPr>
        <p:txBody>
          <a:bodyPr wrap="none">
            <a:spAutoFit/>
          </a:bodyPr>
          <a:lstStyle/>
          <a:p>
            <a:pPr algn="r"/>
            <a:fld id="{0502E5A9-B53C-401E-A0E0-4A359BB0A9E5}" type="slidenum">
              <a:rPr lang="en-US" sz="800" smtClean="0">
                <a:solidFill>
                  <a:prstClr val="black">
                    <a:lumMod val="50000"/>
                    <a:lumOff val="50000"/>
                  </a:prstClr>
                </a:solidFill>
                <a:cs typeface="Arial" panose="020B0604020202020204" pitchFamily="34" charset="0"/>
              </a:rPr>
              <a:t>‹#›</a:t>
            </a:fld>
            <a:endParaRPr lang="en-US" sz="800" dirty="0">
              <a:solidFill>
                <a:prstClr val="black">
                  <a:lumMod val="50000"/>
                  <a:lumOff val="50000"/>
                </a:prstClr>
              </a:solidFill>
              <a:cs typeface="Arial" panose="020B0604020202020204" pitchFamily="34" charset="0"/>
            </a:endParaRPr>
          </a:p>
        </p:txBody>
      </p:sp>
      <p:cxnSp>
        <p:nvCxnSpPr>
          <p:cNvPr id="7"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3283674"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8" name="Rectangle 27">
            <a:hlinkClick r:id="rId2"/>
            <a:extLst>
              <a:ext uri="{FF2B5EF4-FFF2-40B4-BE49-F238E27FC236}">
                <a16:creationId xmlns:a16="http://schemas.microsoft.com/office/drawing/2014/main" id="{F376ABD1-4930-42EB-9A73-9A9C7C6BF2D3}"/>
              </a:ext>
            </a:extLst>
          </p:cNvPr>
          <p:cNvSpPr/>
          <p:nvPr userDrawn="1"/>
        </p:nvSpPr>
        <p:spPr>
          <a:xfrm>
            <a:off x="407988" y="6555971"/>
            <a:ext cx="2829007" cy="219456"/>
          </a:xfrm>
          <a:prstGeom prst="rect">
            <a:avLst/>
          </a:prstGeom>
        </p:spPr>
        <p:txBody>
          <a:bodyPr wrap="square" lIns="0" tIns="0" rIns="0" bIns="0" anchor="ctr" anchorCtr="0">
            <a:noAutofit/>
          </a:bodyPr>
          <a:lstStyle/>
          <a:p>
            <a:pPr lvl="0" algn="l" defTabSz="914400">
              <a:lnSpc>
                <a:spcPct val="85000"/>
              </a:lnSpc>
              <a:defRPr/>
            </a:pPr>
            <a:r>
              <a:rPr lang="en-US" sz="800" kern="0" dirty="0">
                <a:solidFill>
                  <a:srgbClr val="00458D"/>
                </a:solidFill>
                <a:latin typeface="+mj-lt"/>
                <a:cs typeface="Arial" panose="020B0604020202020204" pitchFamily="34" charset="0"/>
              </a:rPr>
              <a:t>Presentation Title | Author | Date</a:t>
            </a:r>
          </a:p>
        </p:txBody>
      </p:sp>
      <p:sp>
        <p:nvSpPr>
          <p:cNvPr id="9" name="Retângulo 43">
            <a:extLst>
              <a:ext uri="{FF2B5EF4-FFF2-40B4-BE49-F238E27FC236}">
                <a16:creationId xmlns:a16="http://schemas.microsoft.com/office/drawing/2014/main" id="{834ADCB4-BFB1-450D-8F6D-64217F4CD92C}"/>
              </a:ext>
            </a:extLst>
          </p:cNvPr>
          <p:cNvSpPr/>
          <p:nvPr userDrawn="1"/>
        </p:nvSpPr>
        <p:spPr>
          <a:xfrm>
            <a:off x="3411379" y="6555758"/>
            <a:ext cx="2223686" cy="219456"/>
          </a:xfrm>
          <a:prstGeom prst="rect">
            <a:avLst/>
          </a:prstGeom>
        </p:spPr>
        <p:txBody>
          <a:bodyPr wrap="none" lIns="0" tIns="0" rIns="0" bIns="0" anchor="ctr">
            <a:noAutofit/>
          </a:bodyPr>
          <a:lstStyle/>
          <a:p>
            <a:pPr algn="l"/>
            <a:r>
              <a:rPr lang="en-US" sz="800" dirty="0">
                <a:solidFill>
                  <a:schemeClr val="bg2">
                    <a:lumMod val="50000"/>
                  </a:schemeClr>
                </a:solidFill>
                <a:cs typeface="Arial" panose="020B0604020202020204" pitchFamily="34" charset="0"/>
              </a:rPr>
              <a:t>© 2017 Capgemini. All rights reserved.</a:t>
            </a:r>
          </a:p>
        </p:txBody>
      </p:sp>
    </p:spTree>
    <p:extLst>
      <p:ext uri="{BB962C8B-B14F-4D97-AF65-F5344CB8AC3E}">
        <p14:creationId xmlns:p14="http://schemas.microsoft.com/office/powerpoint/2010/main" val="35489220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lank-Grey">
    <p:spTree>
      <p:nvGrpSpPr>
        <p:cNvPr id="1" name=""/>
        <p:cNvGrpSpPr/>
        <p:nvPr/>
      </p:nvGrpSpPr>
      <p:grpSpPr>
        <a:xfrm>
          <a:off x="0" y="0"/>
          <a:ext cx="0" cy="0"/>
          <a:chOff x="0" y="0"/>
          <a:chExt cx="0" cy="0"/>
        </a:xfrm>
      </p:grpSpPr>
      <p:sp>
        <p:nvSpPr>
          <p:cNvPr id="6" name="Rectangle 5"/>
          <p:cNvSpPr/>
          <p:nvPr userDrawn="1"/>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tângulo 43">
            <a:extLst>
              <a:ext uri="{FF2B5EF4-FFF2-40B4-BE49-F238E27FC236}">
                <a16:creationId xmlns:a16="http://schemas.microsoft.com/office/drawing/2014/main" id="{25FC8637-25BD-4C09-AF25-56B4243DAB3D}"/>
              </a:ext>
            </a:extLst>
          </p:cNvPr>
          <p:cNvSpPr/>
          <p:nvPr userDrawn="1"/>
        </p:nvSpPr>
        <p:spPr>
          <a:xfrm>
            <a:off x="11784013" y="6555758"/>
            <a:ext cx="242375" cy="215444"/>
          </a:xfrm>
          <a:prstGeom prst="rect">
            <a:avLst/>
          </a:prstGeom>
        </p:spPr>
        <p:txBody>
          <a:bodyPr wrap="none">
            <a:spAutoFit/>
          </a:bodyPr>
          <a:lstStyle/>
          <a:p>
            <a:pPr algn="r"/>
            <a:fld id="{0502E5A9-B53C-401E-A0E0-4A359BB0A9E5}" type="slidenum">
              <a:rPr lang="en-US" sz="800" smtClean="0">
                <a:solidFill>
                  <a:prstClr val="black">
                    <a:lumMod val="50000"/>
                    <a:lumOff val="50000"/>
                  </a:prstClr>
                </a:solidFill>
                <a:cs typeface="Arial" panose="020B0604020202020204" pitchFamily="34" charset="0"/>
              </a:rPr>
              <a:t>‹#›</a:t>
            </a:fld>
            <a:endParaRPr lang="en-US" sz="800" dirty="0">
              <a:solidFill>
                <a:prstClr val="black">
                  <a:lumMod val="50000"/>
                  <a:lumOff val="50000"/>
                </a:prstClr>
              </a:solidFill>
              <a:cs typeface="Arial" panose="020B0604020202020204" pitchFamily="34" charset="0"/>
            </a:endParaRPr>
          </a:p>
        </p:txBody>
      </p:sp>
      <p:cxnSp>
        <p:nvCxnSpPr>
          <p:cNvPr id="8"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3283674"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9" name="Rectangle 27">
            <a:hlinkClick r:id="rId2"/>
            <a:extLst>
              <a:ext uri="{FF2B5EF4-FFF2-40B4-BE49-F238E27FC236}">
                <a16:creationId xmlns:a16="http://schemas.microsoft.com/office/drawing/2014/main" id="{F376ABD1-4930-42EB-9A73-9A9C7C6BF2D3}"/>
              </a:ext>
            </a:extLst>
          </p:cNvPr>
          <p:cNvSpPr/>
          <p:nvPr userDrawn="1"/>
        </p:nvSpPr>
        <p:spPr>
          <a:xfrm>
            <a:off x="407988" y="6555971"/>
            <a:ext cx="2829007" cy="219456"/>
          </a:xfrm>
          <a:prstGeom prst="rect">
            <a:avLst/>
          </a:prstGeom>
        </p:spPr>
        <p:txBody>
          <a:bodyPr wrap="square" lIns="0" tIns="0" rIns="0" bIns="0" anchor="ctr" anchorCtr="0">
            <a:noAutofit/>
          </a:bodyPr>
          <a:lstStyle/>
          <a:p>
            <a:pPr lvl="0" algn="l" defTabSz="914400">
              <a:lnSpc>
                <a:spcPct val="85000"/>
              </a:lnSpc>
              <a:defRPr/>
            </a:pPr>
            <a:r>
              <a:rPr lang="en-US" sz="800" kern="0" dirty="0">
                <a:solidFill>
                  <a:srgbClr val="00458D"/>
                </a:solidFill>
                <a:latin typeface="+mj-lt"/>
                <a:cs typeface="Arial" panose="020B0604020202020204" pitchFamily="34" charset="0"/>
              </a:rPr>
              <a:t>Presentation Title | Author | Date</a:t>
            </a:r>
          </a:p>
        </p:txBody>
      </p:sp>
      <p:sp>
        <p:nvSpPr>
          <p:cNvPr id="10" name="Retângulo 43">
            <a:extLst>
              <a:ext uri="{FF2B5EF4-FFF2-40B4-BE49-F238E27FC236}">
                <a16:creationId xmlns:a16="http://schemas.microsoft.com/office/drawing/2014/main" id="{834ADCB4-BFB1-450D-8F6D-64217F4CD92C}"/>
              </a:ext>
            </a:extLst>
          </p:cNvPr>
          <p:cNvSpPr/>
          <p:nvPr userDrawn="1"/>
        </p:nvSpPr>
        <p:spPr>
          <a:xfrm>
            <a:off x="3411379" y="6555758"/>
            <a:ext cx="2223686" cy="219456"/>
          </a:xfrm>
          <a:prstGeom prst="rect">
            <a:avLst/>
          </a:prstGeom>
        </p:spPr>
        <p:txBody>
          <a:bodyPr wrap="none" lIns="0" tIns="0" rIns="0" bIns="0" anchor="ctr">
            <a:noAutofit/>
          </a:bodyPr>
          <a:lstStyle/>
          <a:p>
            <a:pPr algn="l"/>
            <a:r>
              <a:rPr lang="en-US" sz="800" dirty="0">
                <a:solidFill>
                  <a:schemeClr val="bg2">
                    <a:lumMod val="50000"/>
                  </a:schemeClr>
                </a:solidFill>
                <a:cs typeface="Arial" panose="020B0604020202020204" pitchFamily="34" charset="0"/>
              </a:rPr>
              <a:t>© 2017 Capgemini. All rights reserved.</a:t>
            </a:r>
          </a:p>
        </p:txBody>
      </p:sp>
    </p:spTree>
    <p:extLst>
      <p:ext uri="{BB962C8B-B14F-4D97-AF65-F5344CB8AC3E}">
        <p14:creationId xmlns:p14="http://schemas.microsoft.com/office/powerpoint/2010/main" val="22668415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4 Charts">
    <p:bg>
      <p:bgRef idx="1001">
        <a:schemeClr val="bg1"/>
      </p:bgRef>
    </p:bg>
    <p:spTree>
      <p:nvGrpSpPr>
        <p:cNvPr id="1" name=""/>
        <p:cNvGrpSpPr/>
        <p:nvPr/>
      </p:nvGrpSpPr>
      <p:grpSpPr>
        <a:xfrm>
          <a:off x="0" y="0"/>
          <a:ext cx="0" cy="0"/>
          <a:chOff x="0" y="0"/>
          <a:chExt cx="0" cy="0"/>
        </a:xfrm>
      </p:grpSpPr>
      <p:sp>
        <p:nvSpPr>
          <p:cNvPr id="21" name="Text Placeholder 4">
            <a:extLst>
              <a:ext uri="{FF2B5EF4-FFF2-40B4-BE49-F238E27FC236}">
                <a16:creationId xmlns:a16="http://schemas.microsoft.com/office/drawing/2014/main" id="{7B710EB7-4E56-449A-B5D4-12A5A50A258D}"/>
              </a:ext>
            </a:extLst>
          </p:cNvPr>
          <p:cNvSpPr>
            <a:spLocks noGrp="1"/>
          </p:cNvSpPr>
          <p:nvPr>
            <p:ph type="body" sz="quarter" idx="14" hasCustomPrompt="1"/>
          </p:nvPr>
        </p:nvSpPr>
        <p:spPr>
          <a:xfrm>
            <a:off x="407988" y="1428075"/>
            <a:ext cx="5543550" cy="412363"/>
          </a:xfrm>
          <a:prstGeom prst="rect">
            <a:avLst/>
          </a:prstGeom>
          <a:noFill/>
        </p:spPr>
        <p:txBody>
          <a:bodyPr anchor="b">
            <a:noAutofit/>
          </a:bodyPr>
          <a:lstStyle>
            <a:lvl1pPr algn="l">
              <a:lnSpc>
                <a:spcPts val="1800"/>
              </a:lnSpc>
              <a:defRPr sz="1600" b="0">
                <a:solidFill>
                  <a:schemeClr val="accent2"/>
                </a:solidFill>
              </a:defRPr>
            </a:lvl1pPr>
            <a:lvl2pPr>
              <a:defRPr sz="1400"/>
            </a:lvl2pPr>
            <a:lvl3pPr>
              <a:defRPr sz="1200"/>
            </a:lvl3pPr>
            <a:lvl4pPr>
              <a:defRPr sz="1100"/>
            </a:lvl4pPr>
            <a:lvl5pPr>
              <a:defRPr sz="1100"/>
            </a:lvl5pPr>
          </a:lstStyle>
          <a:p>
            <a:pPr lvl="0"/>
            <a:r>
              <a:rPr lang="en-US" dirty="0"/>
              <a:t>Click to insert chart title</a:t>
            </a:r>
          </a:p>
        </p:txBody>
      </p:sp>
      <p:sp>
        <p:nvSpPr>
          <p:cNvPr id="17" name="Chart Placeholder 16">
            <a:extLst>
              <a:ext uri="{FF2B5EF4-FFF2-40B4-BE49-F238E27FC236}">
                <a16:creationId xmlns:a16="http://schemas.microsoft.com/office/drawing/2014/main" id="{6093AB2F-A9E2-4259-8D2A-0E33C88FF1BC}"/>
              </a:ext>
            </a:extLst>
          </p:cNvPr>
          <p:cNvSpPr>
            <a:spLocks noGrp="1"/>
          </p:cNvSpPr>
          <p:nvPr>
            <p:ph type="chart" sz="quarter" idx="10"/>
          </p:nvPr>
        </p:nvSpPr>
        <p:spPr>
          <a:xfrm>
            <a:off x="407988" y="1824707"/>
            <a:ext cx="5543550" cy="1963738"/>
          </a:xfrm>
          <a:prstGeom prst="rect">
            <a:avLst/>
          </a:prstGeom>
        </p:spPr>
        <p:txBody>
          <a:bodyPr anchor="ctr"/>
          <a:lstStyle>
            <a:lvl1pPr algn="ctr">
              <a:defRPr/>
            </a:lvl1pPr>
          </a:lstStyle>
          <a:p>
            <a:endParaRPr lang="pt-PT"/>
          </a:p>
        </p:txBody>
      </p:sp>
      <p:sp>
        <p:nvSpPr>
          <p:cNvPr id="18" name="Chart Placeholder 16">
            <a:extLst>
              <a:ext uri="{FF2B5EF4-FFF2-40B4-BE49-F238E27FC236}">
                <a16:creationId xmlns:a16="http://schemas.microsoft.com/office/drawing/2014/main" id="{FFC514B9-95FB-485B-B1AD-4193B2310907}"/>
              </a:ext>
            </a:extLst>
          </p:cNvPr>
          <p:cNvSpPr>
            <a:spLocks noGrp="1"/>
          </p:cNvSpPr>
          <p:nvPr>
            <p:ph type="chart" sz="quarter" idx="11"/>
          </p:nvPr>
        </p:nvSpPr>
        <p:spPr>
          <a:xfrm>
            <a:off x="6240463" y="1824707"/>
            <a:ext cx="5543550" cy="1963738"/>
          </a:xfrm>
          <a:prstGeom prst="rect">
            <a:avLst/>
          </a:prstGeom>
        </p:spPr>
        <p:txBody>
          <a:bodyPr anchor="ctr"/>
          <a:lstStyle>
            <a:lvl1pPr algn="ctr">
              <a:defRPr/>
            </a:lvl1pPr>
          </a:lstStyle>
          <a:p>
            <a:endParaRPr lang="pt-PT"/>
          </a:p>
        </p:txBody>
      </p:sp>
      <p:sp>
        <p:nvSpPr>
          <p:cNvPr id="22" name="Text Placeholder 4">
            <a:extLst>
              <a:ext uri="{FF2B5EF4-FFF2-40B4-BE49-F238E27FC236}">
                <a16:creationId xmlns:a16="http://schemas.microsoft.com/office/drawing/2014/main" id="{212267A8-F086-40EB-BC5F-D9FE81725052}"/>
              </a:ext>
            </a:extLst>
          </p:cNvPr>
          <p:cNvSpPr>
            <a:spLocks noGrp="1"/>
          </p:cNvSpPr>
          <p:nvPr>
            <p:ph type="body" sz="quarter" idx="15" hasCustomPrompt="1"/>
          </p:nvPr>
        </p:nvSpPr>
        <p:spPr>
          <a:xfrm>
            <a:off x="6240463" y="1412875"/>
            <a:ext cx="5543550" cy="412363"/>
          </a:xfrm>
          <a:prstGeom prst="rect">
            <a:avLst/>
          </a:prstGeom>
          <a:noFill/>
        </p:spPr>
        <p:txBody>
          <a:bodyPr anchor="b">
            <a:noAutofit/>
          </a:bodyPr>
          <a:lstStyle>
            <a:lvl1pPr algn="l">
              <a:lnSpc>
                <a:spcPts val="1800"/>
              </a:lnSpc>
              <a:defRPr sz="1600" b="0">
                <a:solidFill>
                  <a:schemeClr val="accent2"/>
                </a:solidFill>
              </a:defRPr>
            </a:lvl1pPr>
            <a:lvl2pPr>
              <a:defRPr sz="1400"/>
            </a:lvl2pPr>
            <a:lvl3pPr>
              <a:defRPr sz="1200"/>
            </a:lvl3pPr>
            <a:lvl4pPr>
              <a:defRPr sz="1100"/>
            </a:lvl4pPr>
            <a:lvl5pPr>
              <a:defRPr sz="1100"/>
            </a:lvl5pPr>
          </a:lstStyle>
          <a:p>
            <a:pPr lvl="0"/>
            <a:r>
              <a:rPr lang="en-US" dirty="0"/>
              <a:t>Click to insert chart title</a:t>
            </a:r>
          </a:p>
        </p:txBody>
      </p:sp>
      <p:sp>
        <p:nvSpPr>
          <p:cNvPr id="12" name="Retângulo 43">
            <a:extLst>
              <a:ext uri="{FF2B5EF4-FFF2-40B4-BE49-F238E27FC236}">
                <a16:creationId xmlns:a16="http://schemas.microsoft.com/office/drawing/2014/main" id="{25FC8637-25BD-4C09-AF25-56B4243DAB3D}"/>
              </a:ext>
            </a:extLst>
          </p:cNvPr>
          <p:cNvSpPr/>
          <p:nvPr userDrawn="1"/>
        </p:nvSpPr>
        <p:spPr>
          <a:xfrm>
            <a:off x="11784013" y="6555758"/>
            <a:ext cx="242375" cy="215444"/>
          </a:xfrm>
          <a:prstGeom prst="rect">
            <a:avLst/>
          </a:prstGeom>
        </p:spPr>
        <p:txBody>
          <a:bodyPr wrap="none">
            <a:spAutoFit/>
          </a:bodyPr>
          <a:lstStyle/>
          <a:p>
            <a:pPr algn="r"/>
            <a:fld id="{0502E5A9-B53C-401E-A0E0-4A359BB0A9E5}" type="slidenum">
              <a:rPr lang="en-US" sz="800" smtClean="0">
                <a:solidFill>
                  <a:prstClr val="black">
                    <a:lumMod val="50000"/>
                    <a:lumOff val="50000"/>
                  </a:prstClr>
                </a:solidFill>
                <a:cs typeface="Arial" panose="020B0604020202020204" pitchFamily="34" charset="0"/>
              </a:rPr>
              <a:t>‹#›</a:t>
            </a:fld>
            <a:endParaRPr lang="en-US" sz="800" dirty="0">
              <a:solidFill>
                <a:prstClr val="black">
                  <a:lumMod val="50000"/>
                  <a:lumOff val="50000"/>
                </a:prstClr>
              </a:solidFill>
              <a:cs typeface="Arial" panose="020B0604020202020204" pitchFamily="34" charset="0"/>
            </a:endParaRPr>
          </a:p>
        </p:txBody>
      </p:sp>
      <p:cxnSp>
        <p:nvCxnSpPr>
          <p:cNvPr id="13"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3283674"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14" name="Rectangle 27">
            <a:hlinkClick r:id="rId2"/>
            <a:extLst>
              <a:ext uri="{FF2B5EF4-FFF2-40B4-BE49-F238E27FC236}">
                <a16:creationId xmlns:a16="http://schemas.microsoft.com/office/drawing/2014/main" id="{F376ABD1-4930-42EB-9A73-9A9C7C6BF2D3}"/>
              </a:ext>
            </a:extLst>
          </p:cNvPr>
          <p:cNvSpPr/>
          <p:nvPr userDrawn="1"/>
        </p:nvSpPr>
        <p:spPr>
          <a:xfrm>
            <a:off x="407988" y="6555971"/>
            <a:ext cx="2829007" cy="219456"/>
          </a:xfrm>
          <a:prstGeom prst="rect">
            <a:avLst/>
          </a:prstGeom>
        </p:spPr>
        <p:txBody>
          <a:bodyPr wrap="square" lIns="0" tIns="0" rIns="0" bIns="0" anchor="ctr" anchorCtr="0">
            <a:noAutofit/>
          </a:bodyPr>
          <a:lstStyle/>
          <a:p>
            <a:pPr lvl="0" algn="l" defTabSz="914400">
              <a:lnSpc>
                <a:spcPct val="85000"/>
              </a:lnSpc>
              <a:defRPr/>
            </a:pPr>
            <a:r>
              <a:rPr lang="en-US" sz="800" kern="0" dirty="0">
                <a:solidFill>
                  <a:srgbClr val="00458D"/>
                </a:solidFill>
                <a:latin typeface="+mj-lt"/>
                <a:cs typeface="Arial" panose="020B0604020202020204" pitchFamily="34" charset="0"/>
              </a:rPr>
              <a:t>Presentation Title | Author | Date</a:t>
            </a:r>
          </a:p>
        </p:txBody>
      </p:sp>
      <p:sp>
        <p:nvSpPr>
          <p:cNvPr id="16"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407988" y="404813"/>
            <a:ext cx="11016604" cy="863600"/>
          </a:xfrm>
          <a:prstGeom prst="rect">
            <a:avLst/>
          </a:prstGeom>
        </p:spPr>
        <p:txBody>
          <a:bodyPr vert="horz" lIns="0" tIns="0" rIns="0" bIns="0" rtlCol="0" anchor="t">
            <a:normAutofit/>
          </a:bodyPr>
          <a:lstStyle>
            <a:lvl1pPr>
              <a:defRPr lang="pt-PT" dirty="0"/>
            </a:lvl1pPr>
          </a:lstStyle>
          <a:p>
            <a:pPr lvl="0">
              <a:lnSpc>
                <a:spcPts val="3000"/>
              </a:lnSpc>
            </a:pPr>
            <a:r>
              <a:rPr lang="en-US" dirty="0"/>
              <a:t>Click to add title</a:t>
            </a:r>
            <a:endParaRPr lang="pt-PT" dirty="0"/>
          </a:p>
        </p:txBody>
      </p:sp>
      <p:sp>
        <p:nvSpPr>
          <p:cNvPr id="25" name="Text Placeholder 4">
            <a:extLst>
              <a:ext uri="{FF2B5EF4-FFF2-40B4-BE49-F238E27FC236}">
                <a16:creationId xmlns:a16="http://schemas.microsoft.com/office/drawing/2014/main" id="{7B710EB7-4E56-449A-B5D4-12A5A50A258D}"/>
              </a:ext>
            </a:extLst>
          </p:cNvPr>
          <p:cNvSpPr>
            <a:spLocks noGrp="1"/>
          </p:cNvSpPr>
          <p:nvPr>
            <p:ph type="body" sz="quarter" idx="16" hasCustomPrompt="1"/>
          </p:nvPr>
        </p:nvSpPr>
        <p:spPr>
          <a:xfrm>
            <a:off x="407988" y="4081447"/>
            <a:ext cx="5543550" cy="412363"/>
          </a:xfrm>
          <a:prstGeom prst="rect">
            <a:avLst/>
          </a:prstGeom>
          <a:noFill/>
        </p:spPr>
        <p:txBody>
          <a:bodyPr anchor="b">
            <a:noAutofit/>
          </a:bodyPr>
          <a:lstStyle>
            <a:lvl1pPr algn="l">
              <a:lnSpc>
                <a:spcPts val="1800"/>
              </a:lnSpc>
              <a:defRPr sz="1600" b="0">
                <a:solidFill>
                  <a:schemeClr val="accent2"/>
                </a:solidFill>
              </a:defRPr>
            </a:lvl1pPr>
            <a:lvl2pPr>
              <a:defRPr sz="1400"/>
            </a:lvl2pPr>
            <a:lvl3pPr>
              <a:defRPr sz="1200"/>
            </a:lvl3pPr>
            <a:lvl4pPr>
              <a:defRPr sz="1100"/>
            </a:lvl4pPr>
            <a:lvl5pPr>
              <a:defRPr sz="1100"/>
            </a:lvl5pPr>
          </a:lstStyle>
          <a:p>
            <a:pPr lvl="0"/>
            <a:r>
              <a:rPr lang="en-US" dirty="0"/>
              <a:t>Click to insert chart title</a:t>
            </a:r>
          </a:p>
        </p:txBody>
      </p:sp>
      <p:sp>
        <p:nvSpPr>
          <p:cNvPr id="26" name="Chart Placeholder 16">
            <a:extLst>
              <a:ext uri="{FF2B5EF4-FFF2-40B4-BE49-F238E27FC236}">
                <a16:creationId xmlns:a16="http://schemas.microsoft.com/office/drawing/2014/main" id="{6093AB2F-A9E2-4259-8D2A-0E33C88FF1BC}"/>
              </a:ext>
            </a:extLst>
          </p:cNvPr>
          <p:cNvSpPr>
            <a:spLocks noGrp="1"/>
          </p:cNvSpPr>
          <p:nvPr>
            <p:ph type="chart" sz="quarter" idx="17"/>
          </p:nvPr>
        </p:nvSpPr>
        <p:spPr>
          <a:xfrm>
            <a:off x="407988" y="4478079"/>
            <a:ext cx="5543550" cy="1963738"/>
          </a:xfrm>
          <a:prstGeom prst="rect">
            <a:avLst/>
          </a:prstGeom>
        </p:spPr>
        <p:txBody>
          <a:bodyPr anchor="ctr"/>
          <a:lstStyle>
            <a:lvl1pPr algn="ctr">
              <a:defRPr/>
            </a:lvl1pPr>
          </a:lstStyle>
          <a:p>
            <a:endParaRPr lang="pt-PT"/>
          </a:p>
        </p:txBody>
      </p:sp>
      <p:sp>
        <p:nvSpPr>
          <p:cNvPr id="27" name="Chart Placeholder 16">
            <a:extLst>
              <a:ext uri="{FF2B5EF4-FFF2-40B4-BE49-F238E27FC236}">
                <a16:creationId xmlns:a16="http://schemas.microsoft.com/office/drawing/2014/main" id="{FFC514B9-95FB-485B-B1AD-4193B2310907}"/>
              </a:ext>
            </a:extLst>
          </p:cNvPr>
          <p:cNvSpPr>
            <a:spLocks noGrp="1"/>
          </p:cNvSpPr>
          <p:nvPr>
            <p:ph type="chart" sz="quarter" idx="18"/>
          </p:nvPr>
        </p:nvSpPr>
        <p:spPr>
          <a:xfrm>
            <a:off x="6240463" y="4478079"/>
            <a:ext cx="5543550" cy="1963738"/>
          </a:xfrm>
          <a:prstGeom prst="rect">
            <a:avLst/>
          </a:prstGeom>
        </p:spPr>
        <p:txBody>
          <a:bodyPr anchor="ctr"/>
          <a:lstStyle>
            <a:lvl1pPr algn="ctr">
              <a:defRPr/>
            </a:lvl1pPr>
          </a:lstStyle>
          <a:p>
            <a:endParaRPr lang="pt-PT"/>
          </a:p>
        </p:txBody>
      </p:sp>
      <p:sp>
        <p:nvSpPr>
          <p:cNvPr id="28" name="Text Placeholder 4">
            <a:extLst>
              <a:ext uri="{FF2B5EF4-FFF2-40B4-BE49-F238E27FC236}">
                <a16:creationId xmlns:a16="http://schemas.microsoft.com/office/drawing/2014/main" id="{212267A8-F086-40EB-BC5F-D9FE81725052}"/>
              </a:ext>
            </a:extLst>
          </p:cNvPr>
          <p:cNvSpPr>
            <a:spLocks noGrp="1"/>
          </p:cNvSpPr>
          <p:nvPr>
            <p:ph type="body" sz="quarter" idx="19" hasCustomPrompt="1"/>
          </p:nvPr>
        </p:nvSpPr>
        <p:spPr>
          <a:xfrm>
            <a:off x="6240463" y="4066247"/>
            <a:ext cx="5543550" cy="412363"/>
          </a:xfrm>
          <a:prstGeom prst="rect">
            <a:avLst/>
          </a:prstGeom>
          <a:noFill/>
        </p:spPr>
        <p:txBody>
          <a:bodyPr anchor="b">
            <a:noAutofit/>
          </a:bodyPr>
          <a:lstStyle>
            <a:lvl1pPr algn="l">
              <a:lnSpc>
                <a:spcPts val="1800"/>
              </a:lnSpc>
              <a:defRPr sz="1600" b="0">
                <a:solidFill>
                  <a:schemeClr val="accent2"/>
                </a:solidFill>
              </a:defRPr>
            </a:lvl1pPr>
            <a:lvl2pPr>
              <a:defRPr sz="1400"/>
            </a:lvl2pPr>
            <a:lvl3pPr>
              <a:defRPr sz="1200"/>
            </a:lvl3pPr>
            <a:lvl4pPr>
              <a:defRPr sz="1100"/>
            </a:lvl4pPr>
            <a:lvl5pPr>
              <a:defRPr sz="1100"/>
            </a:lvl5pPr>
          </a:lstStyle>
          <a:p>
            <a:pPr lvl="0"/>
            <a:r>
              <a:rPr lang="en-US" dirty="0"/>
              <a:t>Click to insert chart title</a:t>
            </a:r>
          </a:p>
        </p:txBody>
      </p:sp>
      <p:sp>
        <p:nvSpPr>
          <p:cNvPr id="29" name="Retângulo 43">
            <a:extLst>
              <a:ext uri="{FF2B5EF4-FFF2-40B4-BE49-F238E27FC236}">
                <a16:creationId xmlns:a16="http://schemas.microsoft.com/office/drawing/2014/main" id="{834ADCB4-BFB1-450D-8F6D-64217F4CD92C}"/>
              </a:ext>
            </a:extLst>
          </p:cNvPr>
          <p:cNvSpPr/>
          <p:nvPr userDrawn="1"/>
        </p:nvSpPr>
        <p:spPr>
          <a:xfrm>
            <a:off x="3411379" y="6555758"/>
            <a:ext cx="2223686" cy="219456"/>
          </a:xfrm>
          <a:prstGeom prst="rect">
            <a:avLst/>
          </a:prstGeom>
        </p:spPr>
        <p:txBody>
          <a:bodyPr wrap="none" lIns="0" tIns="0" rIns="0" bIns="0" anchor="ctr">
            <a:noAutofit/>
          </a:bodyPr>
          <a:lstStyle/>
          <a:p>
            <a:pPr algn="l"/>
            <a:r>
              <a:rPr lang="en-US" sz="800" dirty="0">
                <a:solidFill>
                  <a:schemeClr val="bg2">
                    <a:lumMod val="50000"/>
                  </a:schemeClr>
                </a:solidFill>
                <a:cs typeface="Arial" panose="020B0604020202020204" pitchFamily="34" charset="0"/>
              </a:rPr>
              <a:t>© 2017 Capgemini. All rights reserved.</a:t>
            </a:r>
          </a:p>
        </p:txBody>
      </p:sp>
    </p:spTree>
    <p:extLst>
      <p:ext uri="{BB962C8B-B14F-4D97-AF65-F5344CB8AC3E}">
        <p14:creationId xmlns:p14="http://schemas.microsoft.com/office/powerpoint/2010/main" val="1753041409"/>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genda with Bullets">
    <p:spTree>
      <p:nvGrpSpPr>
        <p:cNvPr id="1" name=""/>
        <p:cNvGrpSpPr/>
        <p:nvPr/>
      </p:nvGrpSpPr>
      <p:grpSpPr>
        <a:xfrm>
          <a:off x="0" y="0"/>
          <a:ext cx="0" cy="0"/>
          <a:chOff x="0" y="0"/>
          <a:chExt cx="0" cy="0"/>
        </a:xfrm>
      </p:grpSpPr>
      <p:pic>
        <p:nvPicPr>
          <p:cNvPr id="12" name="Graphic 11">
            <a:extLst>
              <a:ext uri="{FF2B5EF4-FFF2-40B4-BE49-F238E27FC236}">
                <a16:creationId xmlns:a16="http://schemas.microsoft.com/office/drawing/2014/main" id="{10113F8D-52D8-4246-B9BC-1A6D3EF8C72C}"/>
              </a:ext>
            </a:extLst>
          </p:cNvPr>
          <p:cNvPicPr>
            <a:picLocks noChangeAspect="1"/>
          </p:cNvPicPr>
          <p:nvPr userDrawn="1"/>
        </p:nvPicPr>
        <p:blipFill>
          <a:blip r:embed="rId2">
            <a:extLst>
              <a:ext uri="{96DAC541-7B7A-43D3-8B79-37D633B846F1}">
                <asvg:svgBlip xmlns:asvg="http://schemas.microsoft.com/office/drawing/2016/SVG/main" r:embed="rId3"/>
              </a:ext>
            </a:extLst>
          </a:blip>
          <a:srcRect b="25000"/>
          <a:stretch>
            <a:fillRect/>
          </a:stretch>
        </p:blipFill>
        <p:spPr>
          <a:xfrm>
            <a:off x="0" y="1485900"/>
            <a:ext cx="6423098" cy="5372100"/>
          </a:xfrm>
          <a:custGeom>
            <a:avLst/>
            <a:gdLst>
              <a:gd name="connsiteX0" fmla="*/ 0 w 6149773"/>
              <a:gd name="connsiteY0" fmla="*/ 0 h 5143500"/>
              <a:gd name="connsiteX1" fmla="*/ 6149773 w 6149773"/>
              <a:gd name="connsiteY1" fmla="*/ 0 h 5143500"/>
              <a:gd name="connsiteX2" fmla="*/ 6149773 w 6149773"/>
              <a:gd name="connsiteY2" fmla="*/ 5143500 h 5143500"/>
              <a:gd name="connsiteX3" fmla="*/ 0 w 6149773"/>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6149773" h="5143500">
                <a:moveTo>
                  <a:pt x="0" y="0"/>
                </a:moveTo>
                <a:lnTo>
                  <a:pt x="6149773" y="0"/>
                </a:lnTo>
                <a:lnTo>
                  <a:pt x="6149773" y="5143500"/>
                </a:lnTo>
                <a:lnTo>
                  <a:pt x="0" y="5143500"/>
                </a:lnTo>
                <a:close/>
              </a:path>
            </a:pathLst>
          </a:custGeom>
        </p:spPr>
      </p:pic>
      <p:sp>
        <p:nvSpPr>
          <p:cNvPr id="39" name="Text Placeholder 7">
            <a:extLst>
              <a:ext uri="{FF2B5EF4-FFF2-40B4-BE49-F238E27FC236}">
                <a16:creationId xmlns:a16="http://schemas.microsoft.com/office/drawing/2014/main" id="{3E908611-FBB7-4987-BE0F-F09EAF1FFC80}"/>
              </a:ext>
            </a:extLst>
          </p:cNvPr>
          <p:cNvSpPr>
            <a:spLocks noGrp="1"/>
          </p:cNvSpPr>
          <p:nvPr>
            <p:ph type="body" sz="quarter" idx="11" hasCustomPrompt="1"/>
          </p:nvPr>
        </p:nvSpPr>
        <p:spPr>
          <a:xfrm>
            <a:off x="8075612" y="1268413"/>
            <a:ext cx="3708401" cy="555448"/>
          </a:xfrm>
          <a:prstGeom prst="rect">
            <a:avLst/>
          </a:prstGeom>
        </p:spPr>
        <p:txBody>
          <a:bodyPr anchor="ctr">
            <a:noAutofit/>
          </a:bodyPr>
          <a:lstStyle>
            <a:lvl1pPr>
              <a:lnSpc>
                <a:spcPts val="1600"/>
              </a:lnSpc>
              <a:spcBef>
                <a:spcPts val="0"/>
              </a:spcBef>
              <a:spcAft>
                <a:spcPts val="600"/>
              </a:spcAft>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Click to insert text</a:t>
            </a:r>
          </a:p>
        </p:txBody>
      </p:sp>
      <p:sp>
        <p:nvSpPr>
          <p:cNvPr id="40" name="Text Placeholder 7">
            <a:extLst>
              <a:ext uri="{FF2B5EF4-FFF2-40B4-BE49-F238E27FC236}">
                <a16:creationId xmlns:a16="http://schemas.microsoft.com/office/drawing/2014/main" id="{306025B9-0362-4974-8920-7C764289CBA0}"/>
              </a:ext>
            </a:extLst>
          </p:cNvPr>
          <p:cNvSpPr>
            <a:spLocks noGrp="1"/>
          </p:cNvSpPr>
          <p:nvPr>
            <p:ph type="body" sz="quarter" idx="12" hasCustomPrompt="1"/>
          </p:nvPr>
        </p:nvSpPr>
        <p:spPr>
          <a:xfrm>
            <a:off x="8075612" y="1927538"/>
            <a:ext cx="3708401" cy="555448"/>
          </a:xfrm>
          <a:prstGeom prst="rect">
            <a:avLst/>
          </a:prstGeom>
        </p:spPr>
        <p:txBody>
          <a:bodyPr anchor="ctr">
            <a:noAutofit/>
          </a:bodyPr>
          <a:lstStyle>
            <a:lvl1pPr marL="0" marR="0" indent="0" algn="l" defTabSz="914400" rtl="0" eaLnBrk="1" fontAlgn="auto" latinLnBrk="0" hangingPunct="1">
              <a:lnSpc>
                <a:spcPts val="1600"/>
              </a:lnSpc>
              <a:spcBef>
                <a:spcPts val="0"/>
              </a:spcBef>
              <a:spcAft>
                <a:spcPts val="600"/>
              </a:spcAft>
              <a:buClrTx/>
              <a:buSzTx/>
              <a:buFont typeface="Arial" panose="020B0604020202020204" pitchFamily="34" charset="0"/>
              <a:buNone/>
              <a:tabLst/>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Click to insert text</a:t>
            </a:r>
          </a:p>
        </p:txBody>
      </p:sp>
      <p:sp>
        <p:nvSpPr>
          <p:cNvPr id="41" name="Text Placeholder 7">
            <a:extLst>
              <a:ext uri="{FF2B5EF4-FFF2-40B4-BE49-F238E27FC236}">
                <a16:creationId xmlns:a16="http://schemas.microsoft.com/office/drawing/2014/main" id="{257644F2-F28D-4087-B791-1E7F26C4AD1C}"/>
              </a:ext>
            </a:extLst>
          </p:cNvPr>
          <p:cNvSpPr>
            <a:spLocks noGrp="1"/>
          </p:cNvSpPr>
          <p:nvPr>
            <p:ph type="body" sz="quarter" idx="13" hasCustomPrompt="1"/>
          </p:nvPr>
        </p:nvSpPr>
        <p:spPr>
          <a:xfrm>
            <a:off x="8075612" y="2586663"/>
            <a:ext cx="3708401" cy="555448"/>
          </a:xfrm>
          <a:prstGeom prst="rect">
            <a:avLst/>
          </a:prstGeom>
        </p:spPr>
        <p:txBody>
          <a:bodyPr anchor="ctr">
            <a:noAutofit/>
          </a:bodyPr>
          <a:lstStyle>
            <a:lvl1pPr>
              <a:lnSpc>
                <a:spcPts val="1600"/>
              </a:lnSpc>
              <a:spcBef>
                <a:spcPts val="0"/>
              </a:spcBef>
              <a:spcAft>
                <a:spcPts val="600"/>
              </a:spcAft>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Click to insert text</a:t>
            </a:r>
          </a:p>
        </p:txBody>
      </p:sp>
      <p:sp>
        <p:nvSpPr>
          <p:cNvPr id="42" name="Text Placeholder 7">
            <a:extLst>
              <a:ext uri="{FF2B5EF4-FFF2-40B4-BE49-F238E27FC236}">
                <a16:creationId xmlns:a16="http://schemas.microsoft.com/office/drawing/2014/main" id="{25F62A33-F672-4099-9B72-9B2267F22ACF}"/>
              </a:ext>
            </a:extLst>
          </p:cNvPr>
          <p:cNvSpPr>
            <a:spLocks noGrp="1"/>
          </p:cNvSpPr>
          <p:nvPr>
            <p:ph type="body" sz="quarter" idx="14" hasCustomPrompt="1"/>
          </p:nvPr>
        </p:nvSpPr>
        <p:spPr>
          <a:xfrm>
            <a:off x="8075612" y="3245788"/>
            <a:ext cx="3708401" cy="555448"/>
          </a:xfrm>
          <a:prstGeom prst="rect">
            <a:avLst/>
          </a:prstGeom>
        </p:spPr>
        <p:txBody>
          <a:bodyPr anchor="ctr">
            <a:noAutofit/>
          </a:bodyPr>
          <a:lstStyle>
            <a:lvl1pPr>
              <a:lnSpc>
                <a:spcPts val="1600"/>
              </a:lnSpc>
              <a:spcBef>
                <a:spcPts val="0"/>
              </a:spcBef>
              <a:spcAft>
                <a:spcPts val="600"/>
              </a:spcAft>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Click to insert text</a:t>
            </a:r>
          </a:p>
        </p:txBody>
      </p:sp>
      <p:sp>
        <p:nvSpPr>
          <p:cNvPr id="43" name="Text Placeholder 7">
            <a:extLst>
              <a:ext uri="{FF2B5EF4-FFF2-40B4-BE49-F238E27FC236}">
                <a16:creationId xmlns:a16="http://schemas.microsoft.com/office/drawing/2014/main" id="{72FF6EE1-C46D-4DEB-A508-49B5101CF26E}"/>
              </a:ext>
            </a:extLst>
          </p:cNvPr>
          <p:cNvSpPr>
            <a:spLocks noGrp="1"/>
          </p:cNvSpPr>
          <p:nvPr>
            <p:ph type="body" sz="quarter" idx="15" hasCustomPrompt="1"/>
          </p:nvPr>
        </p:nvSpPr>
        <p:spPr>
          <a:xfrm>
            <a:off x="8075612" y="3904913"/>
            <a:ext cx="3708401" cy="555448"/>
          </a:xfrm>
          <a:prstGeom prst="rect">
            <a:avLst/>
          </a:prstGeom>
        </p:spPr>
        <p:txBody>
          <a:bodyPr anchor="ctr">
            <a:noAutofit/>
          </a:bodyPr>
          <a:lstStyle>
            <a:lvl1pPr>
              <a:lnSpc>
                <a:spcPts val="1600"/>
              </a:lnSpc>
              <a:spcBef>
                <a:spcPts val="0"/>
              </a:spcBef>
              <a:spcAft>
                <a:spcPts val="600"/>
              </a:spcAft>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Click to insert text</a:t>
            </a:r>
          </a:p>
        </p:txBody>
      </p:sp>
      <p:sp>
        <p:nvSpPr>
          <p:cNvPr id="44" name="Text Placeholder 7">
            <a:extLst>
              <a:ext uri="{FF2B5EF4-FFF2-40B4-BE49-F238E27FC236}">
                <a16:creationId xmlns:a16="http://schemas.microsoft.com/office/drawing/2014/main" id="{931D06D9-EA9B-42A0-81EE-D669D6CA5F33}"/>
              </a:ext>
            </a:extLst>
          </p:cNvPr>
          <p:cNvSpPr>
            <a:spLocks noGrp="1"/>
          </p:cNvSpPr>
          <p:nvPr>
            <p:ph type="body" sz="quarter" idx="16" hasCustomPrompt="1"/>
          </p:nvPr>
        </p:nvSpPr>
        <p:spPr>
          <a:xfrm>
            <a:off x="8075612" y="4564038"/>
            <a:ext cx="3708401" cy="555448"/>
          </a:xfrm>
          <a:prstGeom prst="rect">
            <a:avLst/>
          </a:prstGeom>
        </p:spPr>
        <p:txBody>
          <a:bodyPr anchor="ctr">
            <a:noAutofit/>
          </a:bodyPr>
          <a:lstStyle>
            <a:lvl1pPr>
              <a:lnSpc>
                <a:spcPts val="1600"/>
              </a:lnSpc>
              <a:spcBef>
                <a:spcPts val="0"/>
              </a:spcBef>
              <a:spcAft>
                <a:spcPts val="600"/>
              </a:spcAft>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Click to insert text</a:t>
            </a:r>
          </a:p>
        </p:txBody>
      </p:sp>
      <p:sp>
        <p:nvSpPr>
          <p:cNvPr id="45" name="Text Placeholder 7">
            <a:extLst>
              <a:ext uri="{FF2B5EF4-FFF2-40B4-BE49-F238E27FC236}">
                <a16:creationId xmlns:a16="http://schemas.microsoft.com/office/drawing/2014/main" id="{EFEA829A-6217-4965-B7BD-6BC37F7849AB}"/>
              </a:ext>
            </a:extLst>
          </p:cNvPr>
          <p:cNvSpPr>
            <a:spLocks noGrp="1"/>
          </p:cNvSpPr>
          <p:nvPr>
            <p:ph type="body" sz="quarter" idx="17" hasCustomPrompt="1"/>
          </p:nvPr>
        </p:nvSpPr>
        <p:spPr>
          <a:xfrm>
            <a:off x="8075612" y="5223163"/>
            <a:ext cx="3708401" cy="555448"/>
          </a:xfrm>
          <a:prstGeom prst="rect">
            <a:avLst/>
          </a:prstGeom>
        </p:spPr>
        <p:txBody>
          <a:bodyPr anchor="ctr">
            <a:noAutofit/>
          </a:bodyPr>
          <a:lstStyle>
            <a:lvl1pPr>
              <a:lnSpc>
                <a:spcPts val="1600"/>
              </a:lnSpc>
              <a:spcBef>
                <a:spcPts val="0"/>
              </a:spcBef>
              <a:spcAft>
                <a:spcPts val="600"/>
              </a:spcAft>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Click to insert text</a:t>
            </a:r>
          </a:p>
        </p:txBody>
      </p:sp>
      <p:sp>
        <p:nvSpPr>
          <p:cNvPr id="46" name="Text Placeholder 7">
            <a:extLst>
              <a:ext uri="{FF2B5EF4-FFF2-40B4-BE49-F238E27FC236}">
                <a16:creationId xmlns:a16="http://schemas.microsoft.com/office/drawing/2014/main" id="{E05DDB93-91CA-4BAF-9D63-E4134B435D8F}"/>
              </a:ext>
            </a:extLst>
          </p:cNvPr>
          <p:cNvSpPr>
            <a:spLocks noGrp="1"/>
          </p:cNvSpPr>
          <p:nvPr>
            <p:ph type="body" sz="quarter" idx="18" hasCustomPrompt="1"/>
          </p:nvPr>
        </p:nvSpPr>
        <p:spPr>
          <a:xfrm>
            <a:off x="8075612" y="5882286"/>
            <a:ext cx="3708401" cy="555448"/>
          </a:xfrm>
          <a:prstGeom prst="rect">
            <a:avLst/>
          </a:prstGeom>
        </p:spPr>
        <p:txBody>
          <a:bodyPr anchor="ctr">
            <a:noAutofit/>
          </a:bodyPr>
          <a:lstStyle>
            <a:lvl1pPr>
              <a:lnSpc>
                <a:spcPts val="1600"/>
              </a:lnSpc>
              <a:spcBef>
                <a:spcPts val="0"/>
              </a:spcBef>
              <a:spcAft>
                <a:spcPts val="600"/>
              </a:spcAft>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Click to insert text</a:t>
            </a:r>
          </a:p>
        </p:txBody>
      </p:sp>
      <p:sp>
        <p:nvSpPr>
          <p:cNvPr id="48" name="Picture Placeholder 47">
            <a:extLst>
              <a:ext uri="{FF2B5EF4-FFF2-40B4-BE49-F238E27FC236}">
                <a16:creationId xmlns:a16="http://schemas.microsoft.com/office/drawing/2014/main" id="{51CA337D-4B25-44C1-847A-AC0D74277B60}"/>
              </a:ext>
            </a:extLst>
          </p:cNvPr>
          <p:cNvSpPr>
            <a:spLocks noGrp="1"/>
          </p:cNvSpPr>
          <p:nvPr>
            <p:ph type="pic" sz="quarter" idx="19"/>
          </p:nvPr>
        </p:nvSpPr>
        <p:spPr>
          <a:xfrm>
            <a:off x="0" y="1381125"/>
            <a:ext cx="7494588" cy="5476875"/>
          </a:xfrm>
          <a:prstGeom prst="rect">
            <a:avLst/>
          </a:prstGeom>
        </p:spPr>
        <p:txBody>
          <a:bodyPr anchor="ctr"/>
          <a:lstStyle>
            <a:lvl1pPr algn="ctr">
              <a:defRPr/>
            </a:lvl1pPr>
          </a:lstStyle>
          <a:p>
            <a:endParaRPr lang="pt-PT"/>
          </a:p>
        </p:txBody>
      </p:sp>
      <p:sp>
        <p:nvSpPr>
          <p:cNvPr id="13"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407988" y="404813"/>
            <a:ext cx="11016604" cy="863600"/>
          </a:xfrm>
          <a:prstGeom prst="rect">
            <a:avLst/>
          </a:prstGeom>
        </p:spPr>
        <p:txBody>
          <a:bodyPr vert="horz" lIns="0" tIns="0" rIns="0" bIns="0" rtlCol="0" anchor="t">
            <a:normAutofit/>
          </a:bodyPr>
          <a:lstStyle>
            <a:lvl1pPr>
              <a:defRPr lang="pt-PT" dirty="0">
                <a:solidFill>
                  <a:schemeClr val="accent3"/>
                </a:solidFill>
              </a:defRPr>
            </a:lvl1pPr>
          </a:lstStyle>
          <a:p>
            <a:pPr lvl="0">
              <a:lnSpc>
                <a:spcPts val="3000"/>
              </a:lnSpc>
            </a:pPr>
            <a:r>
              <a:rPr lang="en-US" dirty="0"/>
              <a:t>Click to add title</a:t>
            </a:r>
            <a:endParaRPr lang="pt-PT" dirty="0"/>
          </a:p>
        </p:txBody>
      </p:sp>
      <p:sp>
        <p:nvSpPr>
          <p:cNvPr id="15" name="Retângulo 43">
            <a:extLst>
              <a:ext uri="{FF2B5EF4-FFF2-40B4-BE49-F238E27FC236}">
                <a16:creationId xmlns:a16="http://schemas.microsoft.com/office/drawing/2014/main" id="{25FC8637-25BD-4C09-AF25-56B4243DAB3D}"/>
              </a:ext>
            </a:extLst>
          </p:cNvPr>
          <p:cNvSpPr/>
          <p:nvPr userDrawn="1"/>
        </p:nvSpPr>
        <p:spPr>
          <a:xfrm>
            <a:off x="11784013" y="6555758"/>
            <a:ext cx="242375" cy="215444"/>
          </a:xfrm>
          <a:prstGeom prst="rect">
            <a:avLst/>
          </a:prstGeom>
        </p:spPr>
        <p:txBody>
          <a:bodyPr wrap="none">
            <a:spAutoFit/>
          </a:bodyPr>
          <a:lstStyle/>
          <a:p>
            <a:pPr algn="r"/>
            <a:fld id="{0502E5A9-B53C-401E-A0E0-4A359BB0A9E5}" type="slidenum">
              <a:rPr lang="en-US" sz="800" smtClean="0">
                <a:solidFill>
                  <a:prstClr val="black">
                    <a:lumMod val="50000"/>
                    <a:lumOff val="50000"/>
                  </a:prstClr>
                </a:solidFill>
                <a:cs typeface="Arial" panose="020B0604020202020204" pitchFamily="34" charset="0"/>
              </a:rPr>
              <a:t>‹#›</a:t>
            </a:fld>
            <a:endParaRPr lang="en-US" sz="800" dirty="0">
              <a:solidFill>
                <a:prstClr val="black">
                  <a:lumMod val="50000"/>
                  <a:lumOff val="50000"/>
                </a:prstClr>
              </a:solidFill>
              <a:cs typeface="Arial" panose="020B0604020202020204" pitchFamily="34" charset="0"/>
            </a:endParaRPr>
          </a:p>
        </p:txBody>
      </p:sp>
      <p:cxnSp>
        <p:nvCxnSpPr>
          <p:cNvPr id="16"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3283674" y="6587911"/>
            <a:ext cx="0" cy="155576"/>
          </a:xfrm>
          <a:prstGeom prst="line">
            <a:avLst/>
          </a:prstGeom>
          <a:solidFill>
            <a:schemeClr val="tx1"/>
          </a:solidFill>
          <a:ln w="12700" cap="rnd">
            <a:solidFill>
              <a:schemeClr val="bg1">
                <a:lumMod val="95000"/>
              </a:schemeClr>
            </a:solidFill>
            <a:round/>
          </a:ln>
        </p:spPr>
        <p:style>
          <a:lnRef idx="1">
            <a:schemeClr val="accent1"/>
          </a:lnRef>
          <a:fillRef idx="0">
            <a:schemeClr val="accent1"/>
          </a:fillRef>
          <a:effectRef idx="0">
            <a:schemeClr val="accent1"/>
          </a:effectRef>
          <a:fontRef idx="minor">
            <a:schemeClr val="tx1"/>
          </a:fontRef>
        </p:style>
      </p:cxnSp>
      <p:sp>
        <p:nvSpPr>
          <p:cNvPr id="17" name="Rectangle 27">
            <a:hlinkClick r:id="rId4"/>
            <a:extLst>
              <a:ext uri="{FF2B5EF4-FFF2-40B4-BE49-F238E27FC236}">
                <a16:creationId xmlns:a16="http://schemas.microsoft.com/office/drawing/2014/main" id="{F376ABD1-4930-42EB-9A73-9A9C7C6BF2D3}"/>
              </a:ext>
            </a:extLst>
          </p:cNvPr>
          <p:cNvSpPr/>
          <p:nvPr userDrawn="1"/>
        </p:nvSpPr>
        <p:spPr>
          <a:xfrm>
            <a:off x="407988" y="6555971"/>
            <a:ext cx="2829007" cy="219456"/>
          </a:xfrm>
          <a:prstGeom prst="rect">
            <a:avLst/>
          </a:prstGeom>
        </p:spPr>
        <p:txBody>
          <a:bodyPr wrap="square" lIns="0" tIns="0" rIns="0" bIns="0" anchor="ctr" anchorCtr="0">
            <a:noAutofit/>
          </a:bodyPr>
          <a:lstStyle/>
          <a:p>
            <a:pPr lvl="0" algn="l" defTabSz="914400">
              <a:lnSpc>
                <a:spcPct val="85000"/>
              </a:lnSpc>
              <a:defRPr/>
            </a:pPr>
            <a:r>
              <a:rPr lang="en-US" sz="800" kern="0" dirty="0">
                <a:solidFill>
                  <a:srgbClr val="00458D"/>
                </a:solidFill>
                <a:latin typeface="+mj-lt"/>
                <a:cs typeface="Arial" panose="020B0604020202020204" pitchFamily="34" charset="0"/>
              </a:rPr>
              <a:t>Presentation Title | Author | Date</a:t>
            </a:r>
          </a:p>
        </p:txBody>
      </p:sp>
      <p:sp>
        <p:nvSpPr>
          <p:cNvPr id="18" name="Retângulo 43">
            <a:extLst>
              <a:ext uri="{FF2B5EF4-FFF2-40B4-BE49-F238E27FC236}">
                <a16:creationId xmlns:a16="http://schemas.microsoft.com/office/drawing/2014/main" id="{834ADCB4-BFB1-450D-8F6D-64217F4CD92C}"/>
              </a:ext>
            </a:extLst>
          </p:cNvPr>
          <p:cNvSpPr/>
          <p:nvPr userDrawn="1"/>
        </p:nvSpPr>
        <p:spPr>
          <a:xfrm>
            <a:off x="3411379" y="6555758"/>
            <a:ext cx="2223686" cy="219456"/>
          </a:xfrm>
          <a:prstGeom prst="rect">
            <a:avLst/>
          </a:prstGeom>
        </p:spPr>
        <p:txBody>
          <a:bodyPr wrap="none" lIns="0" tIns="0" rIns="0" bIns="0" anchor="ctr">
            <a:noAutofit/>
          </a:bodyPr>
          <a:lstStyle/>
          <a:p>
            <a:pPr algn="l"/>
            <a:r>
              <a:rPr lang="en-US" sz="800" dirty="0">
                <a:solidFill>
                  <a:schemeClr val="bg1"/>
                </a:solidFill>
                <a:cs typeface="Arial" panose="020B0604020202020204" pitchFamily="34" charset="0"/>
              </a:rPr>
              <a:t>© 2017 Capgemini. All rights reserved.</a:t>
            </a:r>
          </a:p>
        </p:txBody>
      </p:sp>
    </p:spTree>
    <p:extLst>
      <p:ext uri="{BB962C8B-B14F-4D97-AF65-F5344CB8AC3E}">
        <p14:creationId xmlns:p14="http://schemas.microsoft.com/office/powerpoint/2010/main" val="422102605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ext with Shapes - Layout3">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45848EA7-8D7C-4A7B-9182-7C1202EDBFB1}"/>
              </a:ext>
            </a:extLst>
          </p:cNvPr>
          <p:cNvSpPr/>
          <p:nvPr userDrawn="1"/>
        </p:nvSpPr>
        <p:spPr>
          <a:xfrm>
            <a:off x="5550122" y="732974"/>
            <a:ext cx="6641878" cy="6125027"/>
          </a:xfrm>
          <a:custGeom>
            <a:avLst/>
            <a:gdLst>
              <a:gd name="connsiteX0" fmla="*/ 4389354 w 6641878"/>
              <a:gd name="connsiteY0" fmla="*/ 775 h 6125027"/>
              <a:gd name="connsiteX1" fmla="*/ 6309188 w 6641878"/>
              <a:gd name="connsiteY1" fmla="*/ 158122 h 6125027"/>
              <a:gd name="connsiteX2" fmla="*/ 6641878 w 6641878"/>
              <a:gd name="connsiteY2" fmla="*/ 218708 h 6125027"/>
              <a:gd name="connsiteX3" fmla="*/ 6641878 w 6641878"/>
              <a:gd name="connsiteY3" fmla="*/ 6125027 h 6125027"/>
              <a:gd name="connsiteX4" fmla="*/ 0 w 6641878"/>
              <a:gd name="connsiteY4" fmla="*/ 6125027 h 6125027"/>
              <a:gd name="connsiteX5" fmla="*/ 90624 w 6641878"/>
              <a:gd name="connsiteY5" fmla="*/ 5875088 h 6125027"/>
              <a:gd name="connsiteX6" fmla="*/ 3403890 w 6641878"/>
              <a:gd name="connsiteY6" fmla="*/ 22965 h 6125027"/>
              <a:gd name="connsiteX7" fmla="*/ 4389354 w 6641878"/>
              <a:gd name="connsiteY7" fmla="*/ 775 h 6125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641878" h="6125027">
                <a:moveTo>
                  <a:pt x="4389354" y="775"/>
                </a:moveTo>
                <a:cubicBezTo>
                  <a:pt x="5042595" y="7500"/>
                  <a:pt x="5686424" y="58155"/>
                  <a:pt x="6309188" y="158122"/>
                </a:cubicBezTo>
                <a:lnTo>
                  <a:pt x="6641878" y="218708"/>
                </a:lnTo>
                <a:lnTo>
                  <a:pt x="6641878" y="6125027"/>
                </a:lnTo>
                <a:lnTo>
                  <a:pt x="0" y="6125027"/>
                </a:lnTo>
                <a:lnTo>
                  <a:pt x="90624" y="5875088"/>
                </a:lnTo>
                <a:cubicBezTo>
                  <a:pt x="963229" y="3633055"/>
                  <a:pt x="2980348" y="1576261"/>
                  <a:pt x="3403890" y="22965"/>
                </a:cubicBezTo>
                <a:cubicBezTo>
                  <a:pt x="3733760" y="5034"/>
                  <a:pt x="4062734" y="-2587"/>
                  <a:pt x="4389354" y="775"/>
                </a:cubicBezTo>
                <a:close/>
              </a:path>
            </a:pathLst>
          </a:custGeom>
          <a:solidFill>
            <a:srgbClr val="FF30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37" name="Text Placeholder 7">
            <a:extLst>
              <a:ext uri="{FF2B5EF4-FFF2-40B4-BE49-F238E27FC236}">
                <a16:creationId xmlns:a16="http://schemas.microsoft.com/office/drawing/2014/main" id="{B223EFB8-88D3-4227-B238-464A474B852E}"/>
              </a:ext>
            </a:extLst>
          </p:cNvPr>
          <p:cNvSpPr>
            <a:spLocks noGrp="1"/>
          </p:cNvSpPr>
          <p:nvPr>
            <p:ph type="body" sz="quarter" idx="12" hasCustomPrompt="1"/>
          </p:nvPr>
        </p:nvSpPr>
        <p:spPr>
          <a:xfrm>
            <a:off x="2044699" y="3913792"/>
            <a:ext cx="2994439" cy="894840"/>
          </a:xfrm>
          <a:prstGeom prst="rect">
            <a:avLst/>
          </a:prstGeom>
        </p:spPr>
        <p:txBody>
          <a:bodyPr anchor="ctr">
            <a:noAutofit/>
          </a:bodyPr>
          <a:lstStyle>
            <a:lvl1pPr>
              <a:lnSpc>
                <a:spcPts val="1600"/>
              </a:lnSpc>
              <a:defRPr sz="14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Click to insert text</a:t>
            </a:r>
          </a:p>
        </p:txBody>
      </p:sp>
      <p:sp>
        <p:nvSpPr>
          <p:cNvPr id="38" name="Text Placeholder 7">
            <a:extLst>
              <a:ext uri="{FF2B5EF4-FFF2-40B4-BE49-F238E27FC236}">
                <a16:creationId xmlns:a16="http://schemas.microsoft.com/office/drawing/2014/main" id="{274C953F-F6D9-4EEF-A914-7C47201B5536}"/>
              </a:ext>
            </a:extLst>
          </p:cNvPr>
          <p:cNvSpPr>
            <a:spLocks noGrp="1"/>
          </p:cNvSpPr>
          <p:nvPr>
            <p:ph type="body" sz="quarter" idx="13" hasCustomPrompt="1"/>
          </p:nvPr>
        </p:nvSpPr>
        <p:spPr>
          <a:xfrm>
            <a:off x="2044699" y="5111406"/>
            <a:ext cx="2994439" cy="894840"/>
          </a:xfrm>
          <a:prstGeom prst="rect">
            <a:avLst/>
          </a:prstGeom>
        </p:spPr>
        <p:txBody>
          <a:bodyPr anchor="ctr">
            <a:noAutofit/>
          </a:bodyPr>
          <a:lstStyle>
            <a:lvl1pPr>
              <a:lnSpc>
                <a:spcPts val="1600"/>
              </a:lnSpc>
              <a:defRPr sz="14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Click to insert text</a:t>
            </a:r>
          </a:p>
        </p:txBody>
      </p:sp>
      <p:sp>
        <p:nvSpPr>
          <p:cNvPr id="35" name="Text Placeholder 7">
            <a:extLst>
              <a:ext uri="{FF2B5EF4-FFF2-40B4-BE49-F238E27FC236}">
                <a16:creationId xmlns:a16="http://schemas.microsoft.com/office/drawing/2014/main" id="{053B0AF9-F410-4C47-9D9C-CAC9890E4210}"/>
              </a:ext>
            </a:extLst>
          </p:cNvPr>
          <p:cNvSpPr>
            <a:spLocks noGrp="1"/>
          </p:cNvSpPr>
          <p:nvPr>
            <p:ph type="body" sz="quarter" idx="10" hasCustomPrompt="1"/>
          </p:nvPr>
        </p:nvSpPr>
        <p:spPr>
          <a:xfrm>
            <a:off x="407988" y="1413990"/>
            <a:ext cx="6297894" cy="894840"/>
          </a:xfrm>
          <a:prstGeom prst="rect">
            <a:avLst/>
          </a:prstGeom>
        </p:spPr>
        <p:txBody>
          <a:bodyPr>
            <a:noAutofit/>
          </a:bodyPr>
          <a:lstStyle>
            <a:lvl1pPr>
              <a:lnSpc>
                <a:spcPts val="2200"/>
              </a:lnSpc>
              <a:defRPr sz="18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Click to insert text</a:t>
            </a:r>
          </a:p>
        </p:txBody>
      </p:sp>
      <p:sp>
        <p:nvSpPr>
          <p:cNvPr id="36" name="Text Placeholder 7">
            <a:extLst>
              <a:ext uri="{FF2B5EF4-FFF2-40B4-BE49-F238E27FC236}">
                <a16:creationId xmlns:a16="http://schemas.microsoft.com/office/drawing/2014/main" id="{4C26CB88-1502-4963-9C3F-B1DA1792174C}"/>
              </a:ext>
            </a:extLst>
          </p:cNvPr>
          <p:cNvSpPr>
            <a:spLocks noGrp="1"/>
          </p:cNvSpPr>
          <p:nvPr>
            <p:ph type="body" sz="quarter" idx="11" hasCustomPrompt="1"/>
          </p:nvPr>
        </p:nvSpPr>
        <p:spPr>
          <a:xfrm>
            <a:off x="2044699" y="2611604"/>
            <a:ext cx="2994439" cy="894840"/>
          </a:xfrm>
          <a:prstGeom prst="rect">
            <a:avLst/>
          </a:prstGeom>
        </p:spPr>
        <p:txBody>
          <a:bodyPr anchor="ctr">
            <a:noAutofit/>
          </a:bodyPr>
          <a:lstStyle>
            <a:lvl1pPr>
              <a:lnSpc>
                <a:spcPts val="1600"/>
              </a:lnSpc>
              <a:defRPr sz="14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Click to insert text</a:t>
            </a:r>
          </a:p>
        </p:txBody>
      </p:sp>
      <p:sp>
        <p:nvSpPr>
          <p:cNvPr id="40" name="Text Placeholder 7">
            <a:extLst>
              <a:ext uri="{FF2B5EF4-FFF2-40B4-BE49-F238E27FC236}">
                <a16:creationId xmlns:a16="http://schemas.microsoft.com/office/drawing/2014/main" id="{14E8646B-8451-4052-9B50-DB60E346C8FA}"/>
              </a:ext>
            </a:extLst>
          </p:cNvPr>
          <p:cNvSpPr>
            <a:spLocks noGrp="1"/>
          </p:cNvSpPr>
          <p:nvPr>
            <p:ph type="body" sz="quarter" idx="14" hasCustomPrompt="1"/>
          </p:nvPr>
        </p:nvSpPr>
        <p:spPr>
          <a:xfrm>
            <a:off x="7392144" y="5276721"/>
            <a:ext cx="4391869" cy="729525"/>
          </a:xfrm>
          <a:prstGeom prst="rect">
            <a:avLst/>
          </a:prstGeom>
        </p:spPr>
        <p:txBody>
          <a:bodyPr>
            <a:noAutofit/>
          </a:bodyPr>
          <a:lstStyle>
            <a:lvl1pPr algn="r">
              <a:lnSpc>
                <a:spcPts val="1800"/>
              </a:lnSpc>
              <a:defRPr sz="160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Click to insert text</a:t>
            </a:r>
          </a:p>
        </p:txBody>
      </p:sp>
      <p:sp>
        <p:nvSpPr>
          <p:cNvPr id="43" name="Text Placeholder 42">
            <a:extLst>
              <a:ext uri="{FF2B5EF4-FFF2-40B4-BE49-F238E27FC236}">
                <a16:creationId xmlns:a16="http://schemas.microsoft.com/office/drawing/2014/main" id="{A06380E9-5885-470D-9428-A5F69B32620C}"/>
              </a:ext>
            </a:extLst>
          </p:cNvPr>
          <p:cNvSpPr>
            <a:spLocks noGrp="1"/>
          </p:cNvSpPr>
          <p:nvPr>
            <p:ph type="body" sz="quarter" idx="15" hasCustomPrompt="1"/>
          </p:nvPr>
        </p:nvSpPr>
        <p:spPr>
          <a:xfrm>
            <a:off x="7392144" y="4140764"/>
            <a:ext cx="4391869" cy="974725"/>
          </a:xfrm>
          <a:prstGeom prst="rect">
            <a:avLst/>
          </a:prstGeom>
        </p:spPr>
        <p:txBody>
          <a:bodyPr anchor="b">
            <a:noAutofit/>
          </a:bodyPr>
          <a:lstStyle>
            <a:lvl1pPr algn="r">
              <a:lnSpc>
                <a:spcPts val="3000"/>
              </a:lnSpc>
              <a:defRPr sz="2600">
                <a:solidFill>
                  <a:schemeClr val="bg1"/>
                </a:solidFill>
              </a:defRPr>
            </a:lvl1pPr>
          </a:lstStyle>
          <a:p>
            <a:pPr lvl="0"/>
            <a:r>
              <a:rPr lang="en-US" dirty="0"/>
              <a:t>Click to add subtitle</a:t>
            </a:r>
          </a:p>
        </p:txBody>
      </p:sp>
      <p:sp>
        <p:nvSpPr>
          <p:cNvPr id="10"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407988" y="404813"/>
            <a:ext cx="11016604" cy="863600"/>
          </a:xfrm>
          <a:prstGeom prst="rect">
            <a:avLst/>
          </a:prstGeom>
        </p:spPr>
        <p:txBody>
          <a:bodyPr vert="horz" lIns="0" tIns="0" rIns="0" bIns="0" rtlCol="0" anchor="t">
            <a:normAutofit/>
          </a:bodyPr>
          <a:lstStyle>
            <a:lvl1pPr>
              <a:defRPr lang="pt-PT" dirty="0">
                <a:solidFill>
                  <a:schemeClr val="accent3"/>
                </a:solidFill>
              </a:defRPr>
            </a:lvl1pPr>
          </a:lstStyle>
          <a:p>
            <a:pPr lvl="0">
              <a:lnSpc>
                <a:spcPts val="3000"/>
              </a:lnSpc>
            </a:pPr>
            <a:r>
              <a:rPr lang="en-US" dirty="0"/>
              <a:t>Click to add title</a:t>
            </a:r>
            <a:endParaRPr lang="pt-PT" dirty="0"/>
          </a:p>
        </p:txBody>
      </p:sp>
      <p:sp>
        <p:nvSpPr>
          <p:cNvPr id="11" name="Retângulo 43">
            <a:extLst>
              <a:ext uri="{FF2B5EF4-FFF2-40B4-BE49-F238E27FC236}">
                <a16:creationId xmlns:a16="http://schemas.microsoft.com/office/drawing/2014/main" id="{25FC8637-25BD-4C09-AF25-56B4243DAB3D}"/>
              </a:ext>
            </a:extLst>
          </p:cNvPr>
          <p:cNvSpPr/>
          <p:nvPr userDrawn="1"/>
        </p:nvSpPr>
        <p:spPr>
          <a:xfrm>
            <a:off x="11665391" y="6555758"/>
            <a:ext cx="360997" cy="215444"/>
          </a:xfrm>
          <a:prstGeom prst="rect">
            <a:avLst/>
          </a:prstGeom>
        </p:spPr>
        <p:txBody>
          <a:bodyPr wrap="none">
            <a:spAutoFit/>
          </a:bodyPr>
          <a:lstStyle/>
          <a:p>
            <a:pPr algn="r"/>
            <a:fld id="{0502E5A9-B53C-401E-A0E0-4A359BB0A9E5}" type="slidenum">
              <a:rPr lang="en-US" sz="800" smtClean="0">
                <a:solidFill>
                  <a:schemeClr val="bg1"/>
                </a:solidFill>
                <a:cs typeface="Arial" panose="020B0604020202020204" pitchFamily="34" charset="0"/>
              </a:rPr>
              <a:t>‹#›</a:t>
            </a:fld>
            <a:endParaRPr lang="en-US" sz="800" dirty="0">
              <a:solidFill>
                <a:schemeClr val="bg1"/>
              </a:solidFill>
              <a:cs typeface="Arial" panose="020B0604020202020204" pitchFamily="34" charset="0"/>
            </a:endParaRPr>
          </a:p>
        </p:txBody>
      </p:sp>
      <p:cxnSp>
        <p:nvCxnSpPr>
          <p:cNvPr id="13"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3283674"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14" name="Rectangle 27">
            <a:hlinkClick r:id="rId2"/>
            <a:extLst>
              <a:ext uri="{FF2B5EF4-FFF2-40B4-BE49-F238E27FC236}">
                <a16:creationId xmlns:a16="http://schemas.microsoft.com/office/drawing/2014/main" id="{F376ABD1-4930-42EB-9A73-9A9C7C6BF2D3}"/>
              </a:ext>
            </a:extLst>
          </p:cNvPr>
          <p:cNvSpPr/>
          <p:nvPr userDrawn="1"/>
        </p:nvSpPr>
        <p:spPr>
          <a:xfrm>
            <a:off x="407988" y="6555971"/>
            <a:ext cx="2829007" cy="219456"/>
          </a:xfrm>
          <a:prstGeom prst="rect">
            <a:avLst/>
          </a:prstGeom>
        </p:spPr>
        <p:txBody>
          <a:bodyPr wrap="square" lIns="0" tIns="0" rIns="0" bIns="0" anchor="ctr" anchorCtr="0">
            <a:noAutofit/>
          </a:bodyPr>
          <a:lstStyle/>
          <a:p>
            <a:pPr lvl="0" algn="l" defTabSz="914400">
              <a:lnSpc>
                <a:spcPct val="85000"/>
              </a:lnSpc>
              <a:defRPr/>
            </a:pPr>
            <a:r>
              <a:rPr lang="en-US" sz="800" kern="0" dirty="0">
                <a:solidFill>
                  <a:srgbClr val="00458D"/>
                </a:solidFill>
                <a:latin typeface="+mj-lt"/>
                <a:cs typeface="Arial" panose="020B0604020202020204" pitchFamily="34" charset="0"/>
              </a:rPr>
              <a:t>Presentation Title | Author | Date</a:t>
            </a:r>
          </a:p>
        </p:txBody>
      </p:sp>
      <p:sp>
        <p:nvSpPr>
          <p:cNvPr id="16" name="Retângulo 43">
            <a:extLst>
              <a:ext uri="{FF2B5EF4-FFF2-40B4-BE49-F238E27FC236}">
                <a16:creationId xmlns:a16="http://schemas.microsoft.com/office/drawing/2014/main" id="{834ADCB4-BFB1-450D-8F6D-64217F4CD92C}"/>
              </a:ext>
            </a:extLst>
          </p:cNvPr>
          <p:cNvSpPr/>
          <p:nvPr userDrawn="1"/>
        </p:nvSpPr>
        <p:spPr>
          <a:xfrm>
            <a:off x="3411379" y="6555758"/>
            <a:ext cx="2223686" cy="219456"/>
          </a:xfrm>
          <a:prstGeom prst="rect">
            <a:avLst/>
          </a:prstGeom>
        </p:spPr>
        <p:txBody>
          <a:bodyPr wrap="none" lIns="0" tIns="0" rIns="0" bIns="0" anchor="ctr">
            <a:noAutofit/>
          </a:bodyPr>
          <a:lstStyle/>
          <a:p>
            <a:pPr algn="l"/>
            <a:r>
              <a:rPr lang="en-US" sz="800" dirty="0">
                <a:solidFill>
                  <a:schemeClr val="bg2">
                    <a:lumMod val="50000"/>
                  </a:schemeClr>
                </a:solidFill>
                <a:cs typeface="Arial" panose="020B0604020202020204" pitchFamily="34" charset="0"/>
              </a:rPr>
              <a:t>© 2017 Capgemini. All rights reserved.</a:t>
            </a:r>
          </a:p>
        </p:txBody>
      </p:sp>
    </p:spTree>
    <p:extLst>
      <p:ext uri="{BB962C8B-B14F-4D97-AF65-F5344CB8AC3E}">
        <p14:creationId xmlns:p14="http://schemas.microsoft.com/office/powerpoint/2010/main" val="276182183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ingle Profile">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F5F5AEA1-6A77-4676-B8B3-EF658F5F8430}"/>
              </a:ext>
            </a:extLst>
          </p:cNvPr>
          <p:cNvSpPr/>
          <p:nvPr userDrawn="1"/>
        </p:nvSpPr>
        <p:spPr>
          <a:xfrm>
            <a:off x="0" y="2698314"/>
            <a:ext cx="6262141" cy="4159686"/>
          </a:xfrm>
          <a:custGeom>
            <a:avLst/>
            <a:gdLst>
              <a:gd name="connsiteX0" fmla="*/ 2836724 w 6262141"/>
              <a:gd name="connsiteY0" fmla="*/ 775 h 4159686"/>
              <a:gd name="connsiteX1" fmla="*/ 3822188 w 6262141"/>
              <a:gd name="connsiteY1" fmla="*/ 22965 h 4159686"/>
              <a:gd name="connsiteX2" fmla="*/ 5982756 w 6262141"/>
              <a:gd name="connsiteY2" fmla="*/ 3706589 h 4159686"/>
              <a:gd name="connsiteX3" fmla="*/ 6262141 w 6262141"/>
              <a:gd name="connsiteY3" fmla="*/ 4159686 h 4159686"/>
              <a:gd name="connsiteX4" fmla="*/ 0 w 6262141"/>
              <a:gd name="connsiteY4" fmla="*/ 4159686 h 4159686"/>
              <a:gd name="connsiteX5" fmla="*/ 0 w 6262141"/>
              <a:gd name="connsiteY5" fmla="*/ 3700458 h 4159686"/>
              <a:gd name="connsiteX6" fmla="*/ 0 w 6262141"/>
              <a:gd name="connsiteY6" fmla="*/ 3329154 h 4159686"/>
              <a:gd name="connsiteX7" fmla="*/ 0 w 6262141"/>
              <a:gd name="connsiteY7" fmla="*/ 2944589 h 4159686"/>
              <a:gd name="connsiteX8" fmla="*/ 0 w 6262141"/>
              <a:gd name="connsiteY8" fmla="*/ 2546533 h 4159686"/>
              <a:gd name="connsiteX9" fmla="*/ 0 w 6262141"/>
              <a:gd name="connsiteY9" fmla="*/ 2134752 h 4159686"/>
              <a:gd name="connsiteX10" fmla="*/ 0 w 6262141"/>
              <a:gd name="connsiteY10" fmla="*/ 1709014 h 4159686"/>
              <a:gd name="connsiteX11" fmla="*/ 0 w 6262141"/>
              <a:gd name="connsiteY11" fmla="*/ 1269085 h 4159686"/>
              <a:gd name="connsiteX12" fmla="*/ 0 w 6262141"/>
              <a:gd name="connsiteY12" fmla="*/ 814735 h 4159686"/>
              <a:gd name="connsiteX13" fmla="*/ 0 w 6262141"/>
              <a:gd name="connsiteY13" fmla="*/ 345728 h 4159686"/>
              <a:gd name="connsiteX14" fmla="*/ 2836724 w 6262141"/>
              <a:gd name="connsiteY14" fmla="*/ 775 h 4159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62141" h="4159686">
                <a:moveTo>
                  <a:pt x="2836724" y="775"/>
                </a:moveTo>
                <a:cubicBezTo>
                  <a:pt x="3163345" y="-2587"/>
                  <a:pt x="3492318" y="5034"/>
                  <a:pt x="3822188" y="22965"/>
                </a:cubicBezTo>
                <a:cubicBezTo>
                  <a:pt x="4104550" y="1058496"/>
                  <a:pt x="5095168" y="2317803"/>
                  <a:pt x="5982756" y="3706589"/>
                </a:cubicBezTo>
                <a:lnTo>
                  <a:pt x="6262141" y="4159686"/>
                </a:lnTo>
                <a:lnTo>
                  <a:pt x="0" y="4159686"/>
                </a:lnTo>
                <a:lnTo>
                  <a:pt x="0" y="3700458"/>
                </a:lnTo>
                <a:lnTo>
                  <a:pt x="0" y="3329154"/>
                </a:lnTo>
                <a:lnTo>
                  <a:pt x="0" y="2944589"/>
                </a:lnTo>
                <a:lnTo>
                  <a:pt x="0" y="2546533"/>
                </a:lnTo>
                <a:lnTo>
                  <a:pt x="0" y="2134752"/>
                </a:lnTo>
                <a:lnTo>
                  <a:pt x="0" y="1709014"/>
                </a:lnTo>
                <a:lnTo>
                  <a:pt x="0" y="1269085"/>
                </a:lnTo>
                <a:lnTo>
                  <a:pt x="0" y="814735"/>
                </a:lnTo>
                <a:lnTo>
                  <a:pt x="0" y="345728"/>
                </a:lnTo>
                <a:cubicBezTo>
                  <a:pt x="898178" y="119794"/>
                  <a:pt x="1856863" y="10862"/>
                  <a:pt x="2836724" y="775"/>
                </a:cubicBezTo>
                <a:close/>
              </a:path>
            </a:pathLst>
          </a:custGeom>
          <a:solidFill>
            <a:srgbClr val="12AB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dirty="0"/>
          </a:p>
        </p:txBody>
      </p:sp>
      <p:sp>
        <p:nvSpPr>
          <p:cNvPr id="36" name="Text Placeholder 30">
            <a:extLst>
              <a:ext uri="{FF2B5EF4-FFF2-40B4-BE49-F238E27FC236}">
                <a16:creationId xmlns:a16="http://schemas.microsoft.com/office/drawing/2014/main" id="{A694DB54-BE04-4A4E-A6EE-DAEE5E62E607}"/>
              </a:ext>
            </a:extLst>
          </p:cNvPr>
          <p:cNvSpPr>
            <a:spLocks noGrp="1"/>
          </p:cNvSpPr>
          <p:nvPr>
            <p:ph type="body" sz="quarter" idx="22" hasCustomPrompt="1"/>
          </p:nvPr>
        </p:nvSpPr>
        <p:spPr>
          <a:xfrm>
            <a:off x="8766493" y="1370345"/>
            <a:ext cx="3017520" cy="4684811"/>
          </a:xfrm>
          <a:prstGeom prst="rect">
            <a:avLst/>
          </a:prstGeom>
        </p:spPr>
        <p:txBody>
          <a:bodyPr>
            <a:noAutofit/>
          </a:bodyPr>
          <a:lstStyle>
            <a:lvl1pPr marL="285750" marR="0" indent="-285750" algn="l" defTabSz="914400" rtl="0" eaLnBrk="1" fontAlgn="auto" latinLnBrk="0" hangingPunct="1">
              <a:lnSpc>
                <a:spcPct val="90000"/>
              </a:lnSpc>
              <a:spcBef>
                <a:spcPts val="1000"/>
              </a:spcBef>
              <a:spcAft>
                <a:spcPts val="0"/>
              </a:spcAft>
              <a:buClr>
                <a:schemeClr val="accent5"/>
              </a:buClr>
              <a:buSzTx/>
              <a:buFont typeface="Wingdings" panose="05000000000000000000" pitchFamily="2" charset="2"/>
              <a:buChar char="§"/>
              <a:tabLst/>
              <a:defRPr sz="1400"/>
            </a:lvl1pPr>
          </a:lstStyle>
          <a:p>
            <a:pPr marL="285750" marR="0" lvl="0" indent="-285750" algn="l" defTabSz="914400" rtl="0" eaLnBrk="1" fontAlgn="auto" latinLnBrk="0" hangingPunct="1">
              <a:lnSpc>
                <a:spcPct val="90000"/>
              </a:lnSpc>
              <a:spcBef>
                <a:spcPts val="1000"/>
              </a:spcBef>
              <a:spcAft>
                <a:spcPts val="0"/>
              </a:spcAft>
              <a:buClr>
                <a:srgbClr val="95E616"/>
              </a:buClr>
              <a:buSzTx/>
              <a:buFont typeface="Arial" panose="020B0604020202020204" pitchFamily="34" charset="0"/>
              <a:buChar char="•"/>
              <a:tabLst/>
              <a:defRPr/>
            </a:pPr>
            <a:r>
              <a:rPr lang="en-US" dirty="0"/>
              <a:t>Click to insert bullet point</a:t>
            </a:r>
          </a:p>
          <a:p>
            <a:pPr marL="285750" marR="0" lvl="0" indent="-285750" algn="l" defTabSz="914400" rtl="0" eaLnBrk="1" fontAlgn="auto" latinLnBrk="0" hangingPunct="1">
              <a:lnSpc>
                <a:spcPct val="90000"/>
              </a:lnSpc>
              <a:spcBef>
                <a:spcPts val="1000"/>
              </a:spcBef>
              <a:spcAft>
                <a:spcPts val="0"/>
              </a:spcAft>
              <a:buClr>
                <a:srgbClr val="95E616"/>
              </a:buClr>
              <a:buSzTx/>
              <a:buFont typeface="Arial" panose="020B0604020202020204" pitchFamily="34" charset="0"/>
              <a:buChar char="•"/>
              <a:tabLst/>
              <a:defRPr/>
            </a:pPr>
            <a:r>
              <a:rPr lang="en-US" dirty="0"/>
              <a:t>Click to insert bullet point</a:t>
            </a:r>
          </a:p>
          <a:p>
            <a:pPr marL="285750" marR="0" lvl="0" indent="-285750" algn="l" defTabSz="914400" rtl="0" eaLnBrk="1" fontAlgn="auto" latinLnBrk="0" hangingPunct="1">
              <a:lnSpc>
                <a:spcPct val="90000"/>
              </a:lnSpc>
              <a:spcBef>
                <a:spcPts val="1000"/>
              </a:spcBef>
              <a:spcAft>
                <a:spcPts val="0"/>
              </a:spcAft>
              <a:buClr>
                <a:srgbClr val="95E616"/>
              </a:buClr>
              <a:buSzTx/>
              <a:buFont typeface="Arial" panose="020B0604020202020204" pitchFamily="34" charset="0"/>
              <a:buChar char="•"/>
              <a:tabLst/>
              <a:defRPr/>
            </a:pPr>
            <a:r>
              <a:rPr lang="en-US" dirty="0"/>
              <a:t>Click to insert bullet point</a:t>
            </a:r>
          </a:p>
          <a:p>
            <a:pPr marL="285750" marR="0" lvl="0" indent="-285750" algn="l" defTabSz="914400" rtl="0" eaLnBrk="1" fontAlgn="auto" latinLnBrk="0" hangingPunct="1">
              <a:lnSpc>
                <a:spcPct val="90000"/>
              </a:lnSpc>
              <a:spcBef>
                <a:spcPts val="1000"/>
              </a:spcBef>
              <a:spcAft>
                <a:spcPts val="0"/>
              </a:spcAft>
              <a:buClr>
                <a:srgbClr val="95E616"/>
              </a:buClr>
              <a:buSzTx/>
              <a:buFont typeface="Arial" panose="020B0604020202020204" pitchFamily="34" charset="0"/>
              <a:buChar char="•"/>
              <a:tabLst/>
              <a:defRPr/>
            </a:pPr>
            <a:endParaRPr lang="en-US" dirty="0"/>
          </a:p>
        </p:txBody>
      </p:sp>
      <p:sp>
        <p:nvSpPr>
          <p:cNvPr id="35" name="Text Placeholder 4">
            <a:extLst>
              <a:ext uri="{FF2B5EF4-FFF2-40B4-BE49-F238E27FC236}">
                <a16:creationId xmlns:a16="http://schemas.microsoft.com/office/drawing/2014/main" id="{E2060C84-FD71-4961-82B4-7C268461CC65}"/>
              </a:ext>
            </a:extLst>
          </p:cNvPr>
          <p:cNvSpPr>
            <a:spLocks noGrp="1"/>
          </p:cNvSpPr>
          <p:nvPr>
            <p:ph type="body" sz="quarter" idx="21" hasCustomPrompt="1"/>
          </p:nvPr>
        </p:nvSpPr>
        <p:spPr>
          <a:xfrm>
            <a:off x="8766493" y="948199"/>
            <a:ext cx="3017520" cy="412363"/>
          </a:xfrm>
          <a:prstGeom prst="rect">
            <a:avLst/>
          </a:prstGeom>
          <a:noFill/>
        </p:spPr>
        <p:txBody>
          <a:bodyPr anchor="ctr">
            <a:normAutofit/>
          </a:bodyPr>
          <a:lstStyle>
            <a:lvl1pPr algn="l">
              <a:defRPr sz="1600" b="1">
                <a:solidFill>
                  <a:srgbClr val="12ABDB"/>
                </a:solidFill>
              </a:defRPr>
            </a:lvl1pPr>
            <a:lvl2pPr>
              <a:defRPr sz="1400"/>
            </a:lvl2pPr>
            <a:lvl3pPr>
              <a:defRPr sz="1200"/>
            </a:lvl3pPr>
            <a:lvl4pPr>
              <a:defRPr sz="1100"/>
            </a:lvl4pPr>
            <a:lvl5pPr>
              <a:defRPr sz="1100"/>
            </a:lvl5pPr>
          </a:lstStyle>
          <a:p>
            <a:pPr lvl="0"/>
            <a:r>
              <a:rPr lang="en-US" dirty="0"/>
              <a:t>Click to insert title</a:t>
            </a:r>
          </a:p>
        </p:txBody>
      </p:sp>
      <p:sp>
        <p:nvSpPr>
          <p:cNvPr id="32" name="Text Placeholder 4">
            <a:extLst>
              <a:ext uri="{FF2B5EF4-FFF2-40B4-BE49-F238E27FC236}">
                <a16:creationId xmlns:a16="http://schemas.microsoft.com/office/drawing/2014/main" id="{2004AAFC-35BA-48A1-8C05-845440E48D80}"/>
              </a:ext>
            </a:extLst>
          </p:cNvPr>
          <p:cNvSpPr>
            <a:spLocks noGrp="1"/>
          </p:cNvSpPr>
          <p:nvPr>
            <p:ph type="body" sz="quarter" idx="18" hasCustomPrompt="1"/>
          </p:nvPr>
        </p:nvSpPr>
        <p:spPr>
          <a:xfrm>
            <a:off x="5395898" y="948199"/>
            <a:ext cx="3017520" cy="412363"/>
          </a:xfrm>
          <a:prstGeom prst="rect">
            <a:avLst/>
          </a:prstGeom>
          <a:noFill/>
        </p:spPr>
        <p:txBody>
          <a:bodyPr anchor="ctr">
            <a:normAutofit/>
          </a:bodyPr>
          <a:lstStyle>
            <a:lvl1pPr algn="l">
              <a:defRPr sz="1600" b="1">
                <a:solidFill>
                  <a:srgbClr val="12ABDB"/>
                </a:solidFill>
              </a:defRPr>
            </a:lvl1pPr>
            <a:lvl2pPr>
              <a:defRPr sz="1400"/>
            </a:lvl2pPr>
            <a:lvl3pPr>
              <a:defRPr sz="1200"/>
            </a:lvl3pPr>
            <a:lvl4pPr>
              <a:defRPr sz="1100"/>
            </a:lvl4pPr>
            <a:lvl5pPr>
              <a:defRPr sz="1100"/>
            </a:lvl5pPr>
          </a:lstStyle>
          <a:p>
            <a:pPr lvl="0"/>
            <a:r>
              <a:rPr lang="en-US" dirty="0"/>
              <a:t>Click to insert title</a:t>
            </a:r>
          </a:p>
        </p:txBody>
      </p:sp>
      <p:sp>
        <p:nvSpPr>
          <p:cNvPr id="26" name="Text Placeholder 4">
            <a:extLst>
              <a:ext uri="{FF2B5EF4-FFF2-40B4-BE49-F238E27FC236}">
                <a16:creationId xmlns:a16="http://schemas.microsoft.com/office/drawing/2014/main" id="{7E551D69-F21D-4601-B4BD-97ECB52F39D6}"/>
              </a:ext>
            </a:extLst>
          </p:cNvPr>
          <p:cNvSpPr>
            <a:spLocks noGrp="1"/>
          </p:cNvSpPr>
          <p:nvPr>
            <p:ph type="body" sz="quarter" idx="14" hasCustomPrompt="1"/>
          </p:nvPr>
        </p:nvSpPr>
        <p:spPr>
          <a:xfrm>
            <a:off x="783129" y="4963915"/>
            <a:ext cx="3296647" cy="331986"/>
          </a:xfrm>
          <a:prstGeom prst="rect">
            <a:avLst/>
          </a:prstGeom>
          <a:noFill/>
        </p:spPr>
        <p:txBody>
          <a:bodyPr anchor="ctr">
            <a:noAutofit/>
          </a:bodyPr>
          <a:lstStyle>
            <a:lvl1pPr algn="l">
              <a:defRPr sz="1600" b="1">
                <a:solidFill>
                  <a:schemeClr val="bg1"/>
                </a:solidFill>
              </a:defRPr>
            </a:lvl1pPr>
            <a:lvl2pPr>
              <a:defRPr sz="1400"/>
            </a:lvl2pPr>
            <a:lvl3pPr>
              <a:defRPr sz="1200"/>
            </a:lvl3pPr>
            <a:lvl4pPr>
              <a:defRPr sz="1100"/>
            </a:lvl4pPr>
            <a:lvl5pPr>
              <a:defRPr sz="1100"/>
            </a:lvl5pPr>
          </a:lstStyle>
          <a:p>
            <a:pPr lvl="0"/>
            <a:r>
              <a:rPr lang="en-US" dirty="0"/>
              <a:t>Insert education </a:t>
            </a:r>
          </a:p>
        </p:txBody>
      </p:sp>
      <p:sp>
        <p:nvSpPr>
          <p:cNvPr id="23" name="Text Placeholder 4">
            <a:extLst>
              <a:ext uri="{FF2B5EF4-FFF2-40B4-BE49-F238E27FC236}">
                <a16:creationId xmlns:a16="http://schemas.microsoft.com/office/drawing/2014/main" id="{BC359575-5CC3-4B2F-91E7-19D6A150BE7B}"/>
              </a:ext>
            </a:extLst>
          </p:cNvPr>
          <p:cNvSpPr>
            <a:spLocks noGrp="1"/>
          </p:cNvSpPr>
          <p:nvPr>
            <p:ph type="body" sz="quarter" idx="13" hasCustomPrompt="1"/>
          </p:nvPr>
        </p:nvSpPr>
        <p:spPr>
          <a:xfrm>
            <a:off x="783129" y="3601839"/>
            <a:ext cx="3296647" cy="412363"/>
          </a:xfrm>
          <a:prstGeom prst="rect">
            <a:avLst/>
          </a:prstGeom>
          <a:noFill/>
        </p:spPr>
        <p:txBody>
          <a:bodyPr anchor="ctr">
            <a:noAutofit/>
          </a:bodyPr>
          <a:lstStyle>
            <a:lvl1pPr algn="l">
              <a:spcAft>
                <a:spcPts val="0"/>
              </a:spcAft>
              <a:defRPr sz="1800" b="1">
                <a:solidFill>
                  <a:schemeClr val="bg1"/>
                </a:solidFill>
              </a:defRPr>
            </a:lvl1pPr>
            <a:lvl2pPr>
              <a:defRPr sz="1400"/>
            </a:lvl2pPr>
            <a:lvl3pPr>
              <a:defRPr sz="1200"/>
            </a:lvl3pPr>
            <a:lvl4pPr>
              <a:defRPr sz="1100"/>
            </a:lvl4pPr>
            <a:lvl5pPr>
              <a:defRPr sz="1100"/>
            </a:lvl5pPr>
          </a:lstStyle>
          <a:p>
            <a:pPr lvl="0"/>
            <a:r>
              <a:rPr lang="en-US" dirty="0"/>
              <a:t>Insert Name</a:t>
            </a:r>
          </a:p>
        </p:txBody>
      </p:sp>
      <p:sp>
        <p:nvSpPr>
          <p:cNvPr id="24" name="Text Placeholder 7">
            <a:extLst>
              <a:ext uri="{FF2B5EF4-FFF2-40B4-BE49-F238E27FC236}">
                <a16:creationId xmlns:a16="http://schemas.microsoft.com/office/drawing/2014/main" id="{53745724-67BB-4475-9660-FEEE12268615}"/>
              </a:ext>
            </a:extLst>
          </p:cNvPr>
          <p:cNvSpPr>
            <a:spLocks noGrp="1"/>
          </p:cNvSpPr>
          <p:nvPr>
            <p:ph type="body" sz="quarter" idx="10" hasCustomPrompt="1"/>
          </p:nvPr>
        </p:nvSpPr>
        <p:spPr>
          <a:xfrm>
            <a:off x="782081" y="4029586"/>
            <a:ext cx="3304144" cy="894840"/>
          </a:xfrm>
          <a:prstGeom prst="rect">
            <a:avLst/>
          </a:prstGeom>
        </p:spPr>
        <p:txBody>
          <a:bodyPr>
            <a:noAutofit/>
          </a:bodyPr>
          <a:lstStyle>
            <a:lvl1pPr>
              <a:lnSpc>
                <a:spcPct val="100000"/>
              </a:lnSpc>
              <a:defRPr sz="140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Insert text</a:t>
            </a:r>
          </a:p>
        </p:txBody>
      </p:sp>
      <p:sp>
        <p:nvSpPr>
          <p:cNvPr id="27" name="Text Placeholder 7">
            <a:extLst>
              <a:ext uri="{FF2B5EF4-FFF2-40B4-BE49-F238E27FC236}">
                <a16:creationId xmlns:a16="http://schemas.microsoft.com/office/drawing/2014/main" id="{C78431F2-3F85-4748-A6BC-A08250A6D354}"/>
              </a:ext>
            </a:extLst>
          </p:cNvPr>
          <p:cNvSpPr>
            <a:spLocks noGrp="1"/>
          </p:cNvSpPr>
          <p:nvPr>
            <p:ph type="body" sz="quarter" idx="15" hasCustomPrompt="1"/>
          </p:nvPr>
        </p:nvSpPr>
        <p:spPr>
          <a:xfrm>
            <a:off x="782081" y="5286886"/>
            <a:ext cx="3297695" cy="713864"/>
          </a:xfrm>
          <a:prstGeom prst="rect">
            <a:avLst/>
          </a:prstGeom>
        </p:spPr>
        <p:txBody>
          <a:bodyPr>
            <a:noAutofit/>
          </a:bodyPr>
          <a:lstStyle>
            <a:lvl1pPr>
              <a:lnSpc>
                <a:spcPct val="100000"/>
              </a:lnSpc>
              <a:defRPr sz="140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Insert text</a:t>
            </a:r>
          </a:p>
        </p:txBody>
      </p:sp>
      <p:sp>
        <p:nvSpPr>
          <p:cNvPr id="31" name="Text Placeholder 30">
            <a:extLst>
              <a:ext uri="{FF2B5EF4-FFF2-40B4-BE49-F238E27FC236}">
                <a16:creationId xmlns:a16="http://schemas.microsoft.com/office/drawing/2014/main" id="{2F5FD05B-1971-40EF-87B3-AD5F161F8514}"/>
              </a:ext>
            </a:extLst>
          </p:cNvPr>
          <p:cNvSpPr>
            <a:spLocks noGrp="1"/>
          </p:cNvSpPr>
          <p:nvPr>
            <p:ph type="body" sz="quarter" idx="17" hasCustomPrompt="1"/>
          </p:nvPr>
        </p:nvSpPr>
        <p:spPr>
          <a:xfrm>
            <a:off x="5393774" y="1370346"/>
            <a:ext cx="3017520" cy="1951038"/>
          </a:xfrm>
          <a:prstGeom prst="rect">
            <a:avLst/>
          </a:prstGeom>
        </p:spPr>
        <p:txBody>
          <a:bodyPr>
            <a:noAutofit/>
          </a:bodyPr>
          <a:lstStyle>
            <a:lvl1pPr marL="233363" marR="0" indent="-233363" algn="l" defTabSz="914400" rtl="0" eaLnBrk="1" fontAlgn="auto" latinLnBrk="0" hangingPunct="1">
              <a:lnSpc>
                <a:spcPct val="90000"/>
              </a:lnSpc>
              <a:spcBef>
                <a:spcPts val="1000"/>
              </a:spcBef>
              <a:spcAft>
                <a:spcPts val="0"/>
              </a:spcAft>
              <a:buClr>
                <a:schemeClr val="accent5"/>
              </a:buClr>
              <a:buSzTx/>
              <a:buFont typeface="Wingdings" panose="05000000000000000000" pitchFamily="2" charset="2"/>
              <a:buChar char="§"/>
              <a:tabLst/>
              <a:defRPr sz="1400"/>
            </a:lvl1pPr>
          </a:lstStyle>
          <a:p>
            <a:pPr marL="285750" marR="0" lvl="0" indent="-285750" algn="l" defTabSz="914400" rtl="0" eaLnBrk="1" fontAlgn="auto" latinLnBrk="0" hangingPunct="1">
              <a:lnSpc>
                <a:spcPct val="90000"/>
              </a:lnSpc>
              <a:spcBef>
                <a:spcPts val="1000"/>
              </a:spcBef>
              <a:spcAft>
                <a:spcPts val="0"/>
              </a:spcAft>
              <a:buClr>
                <a:srgbClr val="95E616"/>
              </a:buClr>
              <a:buSzTx/>
              <a:buFont typeface="Arial" panose="020B0604020202020204" pitchFamily="34" charset="0"/>
              <a:buChar char="•"/>
              <a:tabLst/>
              <a:defRPr/>
            </a:pPr>
            <a:r>
              <a:rPr lang="en-US" dirty="0"/>
              <a:t>Click to insert bullet point</a:t>
            </a:r>
          </a:p>
          <a:p>
            <a:pPr marL="285750" marR="0" lvl="0" indent="-285750" algn="l" defTabSz="914400" rtl="0" eaLnBrk="1" fontAlgn="auto" latinLnBrk="0" hangingPunct="1">
              <a:lnSpc>
                <a:spcPct val="90000"/>
              </a:lnSpc>
              <a:spcBef>
                <a:spcPts val="1000"/>
              </a:spcBef>
              <a:spcAft>
                <a:spcPts val="0"/>
              </a:spcAft>
              <a:buClr>
                <a:srgbClr val="95E616"/>
              </a:buClr>
              <a:buSzTx/>
              <a:buFont typeface="Arial" panose="020B0604020202020204" pitchFamily="34" charset="0"/>
              <a:buChar char="•"/>
              <a:tabLst/>
              <a:defRPr/>
            </a:pPr>
            <a:r>
              <a:rPr lang="en-US" dirty="0"/>
              <a:t>Click to insert bullet point</a:t>
            </a:r>
          </a:p>
          <a:p>
            <a:pPr marL="285750" marR="0" lvl="0" indent="-285750" algn="l" defTabSz="914400" rtl="0" eaLnBrk="1" fontAlgn="auto" latinLnBrk="0" hangingPunct="1">
              <a:lnSpc>
                <a:spcPct val="90000"/>
              </a:lnSpc>
              <a:spcBef>
                <a:spcPts val="1000"/>
              </a:spcBef>
              <a:spcAft>
                <a:spcPts val="0"/>
              </a:spcAft>
              <a:buClr>
                <a:srgbClr val="95E616"/>
              </a:buClr>
              <a:buSzTx/>
              <a:buFont typeface="Arial" panose="020B0604020202020204" pitchFamily="34" charset="0"/>
              <a:buChar char="•"/>
              <a:tabLst/>
              <a:defRPr/>
            </a:pPr>
            <a:r>
              <a:rPr lang="en-US" dirty="0"/>
              <a:t>Click to insert bullet point</a:t>
            </a:r>
          </a:p>
          <a:p>
            <a:pPr marL="285750" marR="0" lvl="0" indent="-285750" algn="l" defTabSz="914400" rtl="0" eaLnBrk="1" fontAlgn="auto" latinLnBrk="0" hangingPunct="1">
              <a:lnSpc>
                <a:spcPct val="90000"/>
              </a:lnSpc>
              <a:spcBef>
                <a:spcPts val="1000"/>
              </a:spcBef>
              <a:spcAft>
                <a:spcPts val="0"/>
              </a:spcAft>
              <a:buClr>
                <a:srgbClr val="95E616"/>
              </a:buClr>
              <a:buSzTx/>
              <a:buFont typeface="Arial" panose="020B0604020202020204" pitchFamily="34" charset="0"/>
              <a:buChar char="•"/>
              <a:tabLst/>
              <a:defRPr/>
            </a:pPr>
            <a:endParaRPr lang="en-US" dirty="0"/>
          </a:p>
        </p:txBody>
      </p:sp>
      <p:sp>
        <p:nvSpPr>
          <p:cNvPr id="33" name="Text Placeholder 4">
            <a:extLst>
              <a:ext uri="{FF2B5EF4-FFF2-40B4-BE49-F238E27FC236}">
                <a16:creationId xmlns:a16="http://schemas.microsoft.com/office/drawing/2014/main" id="{C387DD03-5B9B-4915-A35C-BA24C495D5E3}"/>
              </a:ext>
            </a:extLst>
          </p:cNvPr>
          <p:cNvSpPr>
            <a:spLocks noGrp="1"/>
          </p:cNvSpPr>
          <p:nvPr>
            <p:ph type="body" sz="quarter" idx="19" hasCustomPrompt="1"/>
          </p:nvPr>
        </p:nvSpPr>
        <p:spPr>
          <a:xfrm>
            <a:off x="5406896" y="3683544"/>
            <a:ext cx="3017520" cy="412363"/>
          </a:xfrm>
          <a:prstGeom prst="rect">
            <a:avLst/>
          </a:prstGeom>
          <a:noFill/>
        </p:spPr>
        <p:txBody>
          <a:bodyPr anchor="ctr">
            <a:normAutofit/>
          </a:bodyPr>
          <a:lstStyle>
            <a:lvl1pPr algn="l">
              <a:defRPr sz="1600" b="1">
                <a:solidFill>
                  <a:srgbClr val="12ABDB"/>
                </a:solidFill>
              </a:defRPr>
            </a:lvl1pPr>
            <a:lvl2pPr>
              <a:defRPr sz="1400"/>
            </a:lvl2pPr>
            <a:lvl3pPr>
              <a:defRPr sz="1200"/>
            </a:lvl3pPr>
            <a:lvl4pPr>
              <a:defRPr sz="1100"/>
            </a:lvl4pPr>
            <a:lvl5pPr>
              <a:defRPr sz="1100"/>
            </a:lvl5pPr>
          </a:lstStyle>
          <a:p>
            <a:pPr lvl="0"/>
            <a:r>
              <a:rPr lang="en-US" dirty="0"/>
              <a:t>Click to insert title</a:t>
            </a:r>
          </a:p>
        </p:txBody>
      </p:sp>
      <p:sp>
        <p:nvSpPr>
          <p:cNvPr id="34" name="Text Placeholder 30">
            <a:extLst>
              <a:ext uri="{FF2B5EF4-FFF2-40B4-BE49-F238E27FC236}">
                <a16:creationId xmlns:a16="http://schemas.microsoft.com/office/drawing/2014/main" id="{F174517F-7F9E-4498-9850-A8027203156A}"/>
              </a:ext>
            </a:extLst>
          </p:cNvPr>
          <p:cNvSpPr>
            <a:spLocks noGrp="1"/>
          </p:cNvSpPr>
          <p:nvPr>
            <p:ph type="body" sz="quarter" idx="20" hasCustomPrompt="1"/>
          </p:nvPr>
        </p:nvSpPr>
        <p:spPr>
          <a:xfrm>
            <a:off x="5404772" y="4105691"/>
            <a:ext cx="3017520" cy="1951038"/>
          </a:xfrm>
          <a:prstGeom prst="rect">
            <a:avLst/>
          </a:prstGeom>
        </p:spPr>
        <p:txBody>
          <a:bodyPr>
            <a:noAutofit/>
          </a:bodyPr>
          <a:lstStyle>
            <a:lvl1pPr marL="285750" marR="0" indent="-285750" algn="l" defTabSz="914400" rtl="0" eaLnBrk="1" fontAlgn="auto" latinLnBrk="0" hangingPunct="1">
              <a:lnSpc>
                <a:spcPct val="90000"/>
              </a:lnSpc>
              <a:spcBef>
                <a:spcPts val="1000"/>
              </a:spcBef>
              <a:spcAft>
                <a:spcPts val="0"/>
              </a:spcAft>
              <a:buClr>
                <a:schemeClr val="accent5"/>
              </a:buClr>
              <a:buSzTx/>
              <a:buFont typeface="Wingdings" panose="05000000000000000000" pitchFamily="2" charset="2"/>
              <a:buChar char="§"/>
              <a:tabLst/>
              <a:defRPr sz="1400"/>
            </a:lvl1pPr>
          </a:lstStyle>
          <a:p>
            <a:pPr marL="285750" marR="0" lvl="0" indent="-285750" algn="l" defTabSz="914400" rtl="0" eaLnBrk="1" fontAlgn="auto" latinLnBrk="0" hangingPunct="1">
              <a:lnSpc>
                <a:spcPct val="90000"/>
              </a:lnSpc>
              <a:spcBef>
                <a:spcPts val="1000"/>
              </a:spcBef>
              <a:spcAft>
                <a:spcPts val="0"/>
              </a:spcAft>
              <a:buClr>
                <a:srgbClr val="95E616"/>
              </a:buClr>
              <a:buSzTx/>
              <a:buFont typeface="Arial" panose="020B0604020202020204" pitchFamily="34" charset="0"/>
              <a:buChar char="•"/>
              <a:tabLst/>
              <a:defRPr/>
            </a:pPr>
            <a:r>
              <a:rPr lang="en-US" dirty="0"/>
              <a:t>Click to insert bullet point</a:t>
            </a:r>
          </a:p>
          <a:p>
            <a:pPr marL="285750" marR="0" lvl="0" indent="-285750" algn="l" defTabSz="914400" rtl="0" eaLnBrk="1" fontAlgn="auto" latinLnBrk="0" hangingPunct="1">
              <a:lnSpc>
                <a:spcPct val="90000"/>
              </a:lnSpc>
              <a:spcBef>
                <a:spcPts val="1000"/>
              </a:spcBef>
              <a:spcAft>
                <a:spcPts val="0"/>
              </a:spcAft>
              <a:buClr>
                <a:srgbClr val="95E616"/>
              </a:buClr>
              <a:buSzTx/>
              <a:buFont typeface="Arial" panose="020B0604020202020204" pitchFamily="34" charset="0"/>
              <a:buChar char="•"/>
              <a:tabLst/>
              <a:defRPr/>
            </a:pPr>
            <a:r>
              <a:rPr lang="en-US" dirty="0"/>
              <a:t>Click to insert bullet point</a:t>
            </a:r>
          </a:p>
          <a:p>
            <a:pPr marL="285750" marR="0" lvl="0" indent="-285750" algn="l" defTabSz="914400" rtl="0" eaLnBrk="1" fontAlgn="auto" latinLnBrk="0" hangingPunct="1">
              <a:lnSpc>
                <a:spcPct val="90000"/>
              </a:lnSpc>
              <a:spcBef>
                <a:spcPts val="1000"/>
              </a:spcBef>
              <a:spcAft>
                <a:spcPts val="0"/>
              </a:spcAft>
              <a:buClr>
                <a:srgbClr val="95E616"/>
              </a:buClr>
              <a:buSzTx/>
              <a:buFont typeface="Arial" panose="020B0604020202020204" pitchFamily="34" charset="0"/>
              <a:buChar char="•"/>
              <a:tabLst/>
              <a:defRPr/>
            </a:pPr>
            <a:r>
              <a:rPr lang="en-US" dirty="0"/>
              <a:t>Click to insert bullet point</a:t>
            </a:r>
          </a:p>
          <a:p>
            <a:pPr marL="285750" marR="0" lvl="0" indent="-285750" algn="l" defTabSz="914400" rtl="0" eaLnBrk="1" fontAlgn="auto" latinLnBrk="0" hangingPunct="1">
              <a:lnSpc>
                <a:spcPct val="90000"/>
              </a:lnSpc>
              <a:spcBef>
                <a:spcPts val="1000"/>
              </a:spcBef>
              <a:spcAft>
                <a:spcPts val="0"/>
              </a:spcAft>
              <a:buClr>
                <a:srgbClr val="95E616"/>
              </a:buClr>
              <a:buSzTx/>
              <a:buFont typeface="Arial" panose="020B0604020202020204" pitchFamily="34" charset="0"/>
              <a:buChar char="•"/>
              <a:tabLst/>
              <a:defRPr/>
            </a:pPr>
            <a:endParaRPr lang="en-US" dirty="0"/>
          </a:p>
        </p:txBody>
      </p:sp>
      <p:sp>
        <p:nvSpPr>
          <p:cNvPr id="13" name="Oval 20">
            <a:extLst>
              <a:ext uri="{FF2B5EF4-FFF2-40B4-BE49-F238E27FC236}">
                <a16:creationId xmlns:a16="http://schemas.microsoft.com/office/drawing/2014/main" id="{1EFB3510-D39A-47CF-8191-109DDF9E53D5}"/>
              </a:ext>
            </a:extLst>
          </p:cNvPr>
          <p:cNvSpPr/>
          <p:nvPr userDrawn="1"/>
        </p:nvSpPr>
        <p:spPr>
          <a:xfrm>
            <a:off x="762628" y="1028252"/>
            <a:ext cx="2609222" cy="2465696"/>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95E6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4" name="Retângulo 43">
            <a:extLst>
              <a:ext uri="{FF2B5EF4-FFF2-40B4-BE49-F238E27FC236}">
                <a16:creationId xmlns:a16="http://schemas.microsoft.com/office/drawing/2014/main" id="{25FC8637-25BD-4C09-AF25-56B4243DAB3D}"/>
              </a:ext>
            </a:extLst>
          </p:cNvPr>
          <p:cNvSpPr/>
          <p:nvPr userDrawn="1"/>
        </p:nvSpPr>
        <p:spPr>
          <a:xfrm>
            <a:off x="11784013" y="6555758"/>
            <a:ext cx="242375" cy="215444"/>
          </a:xfrm>
          <a:prstGeom prst="rect">
            <a:avLst/>
          </a:prstGeom>
        </p:spPr>
        <p:txBody>
          <a:bodyPr wrap="none">
            <a:spAutoFit/>
          </a:bodyPr>
          <a:lstStyle/>
          <a:p>
            <a:pPr algn="r"/>
            <a:fld id="{0502E5A9-B53C-401E-A0E0-4A359BB0A9E5}" type="slidenum">
              <a:rPr lang="en-US" sz="800" smtClean="0">
                <a:solidFill>
                  <a:prstClr val="black">
                    <a:lumMod val="50000"/>
                    <a:lumOff val="50000"/>
                  </a:prstClr>
                </a:solidFill>
                <a:cs typeface="Arial" panose="020B0604020202020204" pitchFamily="34" charset="0"/>
              </a:rPr>
              <a:t>‹#›</a:t>
            </a:fld>
            <a:endParaRPr lang="en-US" sz="800" dirty="0">
              <a:solidFill>
                <a:prstClr val="black">
                  <a:lumMod val="50000"/>
                  <a:lumOff val="50000"/>
                </a:prstClr>
              </a:solidFill>
              <a:cs typeface="Arial" panose="020B0604020202020204" pitchFamily="34" charset="0"/>
            </a:endParaRPr>
          </a:p>
        </p:txBody>
      </p:sp>
      <p:cxnSp>
        <p:nvCxnSpPr>
          <p:cNvPr id="16"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3283674" y="6587911"/>
            <a:ext cx="0" cy="155576"/>
          </a:xfrm>
          <a:prstGeom prst="line">
            <a:avLst/>
          </a:prstGeom>
          <a:solidFill>
            <a:schemeClr val="tx1"/>
          </a:solidFill>
          <a:ln w="12700" cap="rnd">
            <a:solidFill>
              <a:schemeClr val="bg1"/>
            </a:solidFill>
            <a:round/>
          </a:ln>
        </p:spPr>
        <p:style>
          <a:lnRef idx="1">
            <a:schemeClr val="accent1"/>
          </a:lnRef>
          <a:fillRef idx="0">
            <a:schemeClr val="accent1"/>
          </a:fillRef>
          <a:effectRef idx="0">
            <a:schemeClr val="accent1"/>
          </a:effectRef>
          <a:fontRef idx="minor">
            <a:schemeClr val="tx1"/>
          </a:fontRef>
        </p:style>
      </p:cxnSp>
      <p:sp>
        <p:nvSpPr>
          <p:cNvPr id="17" name="Rectangle 27">
            <a:hlinkClick r:id="rId2"/>
            <a:extLst>
              <a:ext uri="{FF2B5EF4-FFF2-40B4-BE49-F238E27FC236}">
                <a16:creationId xmlns:a16="http://schemas.microsoft.com/office/drawing/2014/main" id="{F376ABD1-4930-42EB-9A73-9A9C7C6BF2D3}"/>
              </a:ext>
            </a:extLst>
          </p:cNvPr>
          <p:cNvSpPr/>
          <p:nvPr userDrawn="1"/>
        </p:nvSpPr>
        <p:spPr>
          <a:xfrm>
            <a:off x="407988" y="6555971"/>
            <a:ext cx="2829007" cy="219456"/>
          </a:xfrm>
          <a:prstGeom prst="rect">
            <a:avLst/>
          </a:prstGeom>
        </p:spPr>
        <p:txBody>
          <a:bodyPr wrap="square" lIns="0" tIns="0" rIns="0" bIns="0" anchor="ctr" anchorCtr="0">
            <a:noAutofit/>
          </a:bodyPr>
          <a:lstStyle/>
          <a:p>
            <a:pPr lvl="0" algn="l" defTabSz="914400">
              <a:lnSpc>
                <a:spcPct val="85000"/>
              </a:lnSpc>
              <a:defRPr/>
            </a:pPr>
            <a:r>
              <a:rPr lang="en-US" sz="800" kern="0" dirty="0">
                <a:solidFill>
                  <a:schemeClr val="tx2"/>
                </a:solidFill>
                <a:latin typeface="+mj-lt"/>
                <a:cs typeface="Arial" panose="020B0604020202020204" pitchFamily="34" charset="0"/>
              </a:rPr>
              <a:t>Presentation Title | Author | Date</a:t>
            </a:r>
          </a:p>
        </p:txBody>
      </p:sp>
      <p:sp>
        <p:nvSpPr>
          <p:cNvPr id="19" name="Retângulo 43">
            <a:extLst>
              <a:ext uri="{FF2B5EF4-FFF2-40B4-BE49-F238E27FC236}">
                <a16:creationId xmlns:a16="http://schemas.microsoft.com/office/drawing/2014/main" id="{834ADCB4-BFB1-450D-8F6D-64217F4CD92C}"/>
              </a:ext>
            </a:extLst>
          </p:cNvPr>
          <p:cNvSpPr/>
          <p:nvPr userDrawn="1"/>
        </p:nvSpPr>
        <p:spPr>
          <a:xfrm>
            <a:off x="3411379" y="6555758"/>
            <a:ext cx="2223686" cy="219456"/>
          </a:xfrm>
          <a:prstGeom prst="rect">
            <a:avLst/>
          </a:prstGeom>
        </p:spPr>
        <p:txBody>
          <a:bodyPr wrap="none" lIns="0" tIns="0" rIns="0" bIns="0" anchor="ctr">
            <a:noAutofit/>
          </a:bodyPr>
          <a:lstStyle/>
          <a:p>
            <a:pPr algn="l"/>
            <a:r>
              <a:rPr lang="en-US" sz="800" dirty="0">
                <a:solidFill>
                  <a:schemeClr val="bg1"/>
                </a:solidFill>
                <a:cs typeface="Arial" panose="020B0604020202020204" pitchFamily="34" charset="0"/>
              </a:rPr>
              <a:t>© 2017 Capgemini. All rights reserved.</a:t>
            </a:r>
          </a:p>
        </p:txBody>
      </p:sp>
    </p:spTree>
    <p:extLst>
      <p:ext uri="{BB962C8B-B14F-4D97-AF65-F5344CB8AC3E}">
        <p14:creationId xmlns:p14="http://schemas.microsoft.com/office/powerpoint/2010/main" val="19332158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ext with Filled Background">
    <p:bg>
      <p:bgPr>
        <a:solidFill>
          <a:schemeClr val="bg1"/>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4439816"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Placeholder 10">
            <a:extLst>
              <a:ext uri="{FF2B5EF4-FFF2-40B4-BE49-F238E27FC236}">
                <a16:creationId xmlns:a16="http://schemas.microsoft.com/office/drawing/2014/main" id="{709E13E3-3323-4A67-80E2-F91981229839}"/>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839" r="32420"/>
          <a:stretch/>
        </p:blipFill>
        <p:spPr>
          <a:xfrm>
            <a:off x="4253790" y="-2148"/>
            <a:ext cx="7938210" cy="6898276"/>
          </a:xfrm>
          <a:prstGeom prst="rect">
            <a:avLst/>
          </a:prstGeom>
        </p:spPr>
      </p:pic>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hasCustomPrompt="1"/>
          </p:nvPr>
        </p:nvSpPr>
        <p:spPr>
          <a:xfrm>
            <a:off x="407988" y="3068960"/>
            <a:ext cx="6696124" cy="3375382"/>
          </a:xfrm>
          <a:prstGeom prst="rect">
            <a:avLst/>
          </a:prstGeom>
        </p:spPr>
        <p:txBody>
          <a:bodyPr>
            <a:noAutofit/>
          </a:bodyPr>
          <a:lstStyle>
            <a:lvl1pPr>
              <a:lnSpc>
                <a:spcPts val="2000"/>
              </a:lnSpc>
              <a:spcAft>
                <a:spcPts val="1800"/>
              </a:spcAft>
              <a:defRPr sz="1600">
                <a:solidFill>
                  <a:schemeClr val="bg1"/>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dirty="0"/>
              <a:t>Click to insert long text</a:t>
            </a:r>
            <a:endParaRPr lang="pt-PT" dirty="0"/>
          </a:p>
        </p:txBody>
      </p:sp>
      <p:sp>
        <p:nvSpPr>
          <p:cNvPr id="10" name="Title Placeholder 1">
            <a:extLst>
              <a:ext uri="{FF2B5EF4-FFF2-40B4-BE49-F238E27FC236}">
                <a16:creationId xmlns:a16="http://schemas.microsoft.com/office/drawing/2014/main" id="{57798370-07F4-412F-86CE-30C026EA6825}"/>
              </a:ext>
            </a:extLst>
          </p:cNvPr>
          <p:cNvSpPr>
            <a:spLocks noGrp="1"/>
          </p:cNvSpPr>
          <p:nvPr>
            <p:ph type="title" hasCustomPrompt="1"/>
          </p:nvPr>
        </p:nvSpPr>
        <p:spPr>
          <a:xfrm>
            <a:off x="407988" y="2002973"/>
            <a:ext cx="10044635" cy="859536"/>
          </a:xfrm>
          <a:prstGeom prst="rect">
            <a:avLst/>
          </a:prstGeom>
        </p:spPr>
        <p:txBody>
          <a:bodyPr vert="horz" lIns="0" tIns="0" rIns="0" bIns="0" rtlCol="0" anchor="b">
            <a:normAutofit/>
          </a:bodyPr>
          <a:lstStyle>
            <a:lvl1pPr>
              <a:defRPr lang="pt-PT" dirty="0">
                <a:solidFill>
                  <a:schemeClr val="bg1"/>
                </a:solidFill>
              </a:defRPr>
            </a:lvl1pPr>
          </a:lstStyle>
          <a:p>
            <a:pPr lvl="0">
              <a:lnSpc>
                <a:spcPts val="3000"/>
              </a:lnSpc>
            </a:pPr>
            <a:r>
              <a:rPr lang="en-US" dirty="0"/>
              <a:t>Click to insert title</a:t>
            </a:r>
            <a:endParaRPr lang="pt-PT" dirty="0"/>
          </a:p>
        </p:txBody>
      </p:sp>
      <p:sp>
        <p:nvSpPr>
          <p:cNvPr id="6" name="Retângulo 43">
            <a:extLst>
              <a:ext uri="{FF2B5EF4-FFF2-40B4-BE49-F238E27FC236}">
                <a16:creationId xmlns:a16="http://schemas.microsoft.com/office/drawing/2014/main" id="{25FC8637-25BD-4C09-AF25-56B4243DAB3D}"/>
              </a:ext>
            </a:extLst>
          </p:cNvPr>
          <p:cNvSpPr/>
          <p:nvPr userDrawn="1"/>
        </p:nvSpPr>
        <p:spPr>
          <a:xfrm>
            <a:off x="11665391" y="6555758"/>
            <a:ext cx="360997" cy="215444"/>
          </a:xfrm>
          <a:prstGeom prst="rect">
            <a:avLst/>
          </a:prstGeom>
        </p:spPr>
        <p:txBody>
          <a:bodyPr wrap="none">
            <a:spAutoFit/>
          </a:bodyPr>
          <a:lstStyle/>
          <a:p>
            <a:pPr algn="r"/>
            <a:fld id="{0502E5A9-B53C-401E-A0E0-4A359BB0A9E5}" type="slidenum">
              <a:rPr lang="en-US" sz="800" smtClean="0">
                <a:solidFill>
                  <a:schemeClr val="bg1"/>
                </a:solidFill>
                <a:cs typeface="Arial" panose="020B0604020202020204" pitchFamily="34" charset="0"/>
              </a:rPr>
              <a:t>‹#›</a:t>
            </a:fld>
            <a:endParaRPr lang="en-US" sz="800" dirty="0">
              <a:solidFill>
                <a:schemeClr val="bg1"/>
              </a:solidFill>
              <a:cs typeface="Arial" panose="020B0604020202020204" pitchFamily="34" charset="0"/>
            </a:endParaRPr>
          </a:p>
        </p:txBody>
      </p:sp>
      <p:sp>
        <p:nvSpPr>
          <p:cNvPr id="7" name="Retângulo 43">
            <a:extLst>
              <a:ext uri="{FF2B5EF4-FFF2-40B4-BE49-F238E27FC236}">
                <a16:creationId xmlns:a16="http://schemas.microsoft.com/office/drawing/2014/main" id="{834ADCB4-BFB1-450D-8F6D-64217F4CD92C}"/>
              </a:ext>
            </a:extLst>
          </p:cNvPr>
          <p:cNvSpPr/>
          <p:nvPr userDrawn="1"/>
        </p:nvSpPr>
        <p:spPr>
          <a:xfrm>
            <a:off x="3411379" y="6555758"/>
            <a:ext cx="2223686" cy="219456"/>
          </a:xfrm>
          <a:prstGeom prst="rect">
            <a:avLst/>
          </a:prstGeom>
        </p:spPr>
        <p:txBody>
          <a:bodyPr wrap="none" lIns="0" tIns="0" rIns="0" bIns="0" anchor="ctr">
            <a:noAutofit/>
          </a:bodyPr>
          <a:lstStyle/>
          <a:p>
            <a:pPr algn="l"/>
            <a:r>
              <a:rPr lang="en-US" sz="800" dirty="0">
                <a:solidFill>
                  <a:schemeClr val="bg1"/>
                </a:solidFill>
                <a:cs typeface="Arial" panose="020B0604020202020204" pitchFamily="34" charset="0"/>
              </a:rPr>
              <a:t>© 2017 Capgemini. All rights reserved.</a:t>
            </a:r>
          </a:p>
        </p:txBody>
      </p:sp>
      <p:cxnSp>
        <p:nvCxnSpPr>
          <p:cNvPr id="9"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3283674" y="6587911"/>
            <a:ext cx="0" cy="155576"/>
          </a:xfrm>
          <a:prstGeom prst="line">
            <a:avLst/>
          </a:prstGeom>
          <a:solidFill>
            <a:schemeClr val="tx1"/>
          </a:solidFill>
          <a:ln w="12700" cap="rnd">
            <a:solidFill>
              <a:schemeClr val="bg1"/>
            </a:solidFill>
            <a:round/>
          </a:ln>
        </p:spPr>
        <p:style>
          <a:lnRef idx="1">
            <a:schemeClr val="accent1"/>
          </a:lnRef>
          <a:fillRef idx="0">
            <a:schemeClr val="accent1"/>
          </a:fillRef>
          <a:effectRef idx="0">
            <a:schemeClr val="accent1"/>
          </a:effectRef>
          <a:fontRef idx="minor">
            <a:schemeClr val="tx1"/>
          </a:fontRef>
        </p:style>
      </p:cxnSp>
      <p:sp>
        <p:nvSpPr>
          <p:cNvPr id="11" name="Rectangle 27">
            <a:hlinkClick r:id="rId3"/>
            <a:extLst>
              <a:ext uri="{FF2B5EF4-FFF2-40B4-BE49-F238E27FC236}">
                <a16:creationId xmlns:a16="http://schemas.microsoft.com/office/drawing/2014/main" id="{F376ABD1-4930-42EB-9A73-9A9C7C6BF2D3}"/>
              </a:ext>
            </a:extLst>
          </p:cNvPr>
          <p:cNvSpPr/>
          <p:nvPr userDrawn="1"/>
        </p:nvSpPr>
        <p:spPr>
          <a:xfrm>
            <a:off x="407988" y="6555971"/>
            <a:ext cx="2829007" cy="219456"/>
          </a:xfrm>
          <a:prstGeom prst="rect">
            <a:avLst/>
          </a:prstGeom>
        </p:spPr>
        <p:txBody>
          <a:bodyPr wrap="square" lIns="0" tIns="0" rIns="0" bIns="0" anchor="ctr" anchorCtr="0">
            <a:noAutofit/>
          </a:bodyPr>
          <a:lstStyle/>
          <a:p>
            <a:pPr lvl="0" algn="l" defTabSz="914400">
              <a:lnSpc>
                <a:spcPct val="85000"/>
              </a:lnSpc>
              <a:defRPr/>
            </a:pPr>
            <a:r>
              <a:rPr lang="en-US" sz="800" kern="0" dirty="0">
                <a:solidFill>
                  <a:schemeClr val="bg1"/>
                </a:solidFill>
                <a:latin typeface="+mj-lt"/>
                <a:cs typeface="Arial" panose="020B0604020202020204" pitchFamily="34" charset="0"/>
              </a:rPr>
              <a:t>Presentation Title | Author | Date</a:t>
            </a:r>
          </a:p>
        </p:txBody>
      </p:sp>
    </p:spTree>
    <p:extLst>
      <p:ext uri="{BB962C8B-B14F-4D97-AF65-F5344CB8AC3E}">
        <p14:creationId xmlns:p14="http://schemas.microsoft.com/office/powerpoint/2010/main" val="4276460572"/>
      </p:ext>
    </p:extLst>
  </p:cSld>
  <p:clrMapOvr>
    <a:masterClrMapping/>
  </p:clrMapOvr>
  <p:extLst>
    <p:ext uri="{DCECCB84-F9BA-43D5-87BE-67443E8EF086}">
      <p15:sldGuideLst xmlns:p15="http://schemas.microsoft.com/office/powerpoint/2012/main">
        <p15:guide id="1" orient="horz" pos="255">
          <p15:clr>
            <a:srgbClr val="FBAE40"/>
          </p15:clr>
        </p15:guide>
        <p15:guide id="2" pos="257">
          <p15:clr>
            <a:srgbClr val="FBAE40"/>
          </p15:clr>
        </p15:guide>
        <p15:guide id="3" pos="6879">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hasCustomPrompt="1"/>
          </p:nvPr>
        </p:nvSpPr>
        <p:spPr>
          <a:xfrm>
            <a:off x="407987" y="2010606"/>
            <a:ext cx="5543551" cy="4442581"/>
          </a:xfrm>
          <a:prstGeom prst="rect">
            <a:avLst/>
          </a:prstGeom>
        </p:spPr>
        <p:txBody>
          <a:bodyPr>
            <a:noAutofit/>
          </a:bodyPr>
          <a:lstStyle>
            <a:lvl1pPr>
              <a:lnSpc>
                <a:spcPct val="100000"/>
              </a:lnSpc>
              <a:defRPr sz="1400">
                <a:solidFill>
                  <a:schemeClr val="tx1"/>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dirty="0"/>
              <a:t>Click to insert long text</a:t>
            </a:r>
          </a:p>
        </p:txBody>
      </p:sp>
      <p:sp>
        <p:nvSpPr>
          <p:cNvPr id="11" name="Text Placeholder 7">
            <a:extLst>
              <a:ext uri="{FF2B5EF4-FFF2-40B4-BE49-F238E27FC236}">
                <a16:creationId xmlns:a16="http://schemas.microsoft.com/office/drawing/2014/main" id="{4F279807-494A-45DD-A5C6-24F625316B92}"/>
              </a:ext>
            </a:extLst>
          </p:cNvPr>
          <p:cNvSpPr>
            <a:spLocks noGrp="1"/>
          </p:cNvSpPr>
          <p:nvPr>
            <p:ph type="body" sz="quarter" idx="11" hasCustomPrompt="1"/>
          </p:nvPr>
        </p:nvSpPr>
        <p:spPr>
          <a:xfrm>
            <a:off x="6240465" y="2010606"/>
            <a:ext cx="5516444" cy="4441372"/>
          </a:xfrm>
          <a:prstGeom prst="rect">
            <a:avLst/>
          </a:prstGeom>
        </p:spPr>
        <p:txBody>
          <a:bodyPr>
            <a:noAutofit/>
          </a:bodyPr>
          <a:lstStyle>
            <a:lvl1pPr>
              <a:lnSpc>
                <a:spcPct val="100000"/>
              </a:lnSpc>
              <a:defRPr sz="1400">
                <a:solidFill>
                  <a:schemeClr val="tx1"/>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dirty="0"/>
              <a:t>Click to insert long text</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7987" y="1420990"/>
            <a:ext cx="5543551" cy="438494"/>
          </a:xfrm>
          <a:prstGeom prst="rect">
            <a:avLst/>
          </a:prstGeom>
        </p:spPr>
        <p:txBody>
          <a:bodyPr>
            <a:noAutofit/>
          </a:bodyPr>
          <a:lstStyle>
            <a:lvl1pPr>
              <a:lnSpc>
                <a:spcPts val="2200"/>
              </a:lnSpc>
              <a:defRPr sz="1800" b="0">
                <a:solidFill>
                  <a:srgbClr val="12ABDB"/>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dirty="0"/>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240465" y="1420990"/>
            <a:ext cx="5516444" cy="438494"/>
          </a:xfrm>
          <a:prstGeom prst="rect">
            <a:avLst/>
          </a:prstGeom>
        </p:spPr>
        <p:txBody>
          <a:bodyPr>
            <a:noAutofit/>
          </a:bodyPr>
          <a:lstStyle>
            <a:lvl1pPr>
              <a:lnSpc>
                <a:spcPts val="2200"/>
              </a:lnSpc>
              <a:defRPr sz="1800" b="0">
                <a:solidFill>
                  <a:srgbClr val="12ABDB"/>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dirty="0"/>
              <a:t>Click to insert title</a:t>
            </a:r>
          </a:p>
        </p:txBody>
      </p:sp>
      <p:sp>
        <p:nvSpPr>
          <p:cNvPr id="9" name="Title Placeholder 1">
            <a:extLst>
              <a:ext uri="{FF2B5EF4-FFF2-40B4-BE49-F238E27FC236}">
                <a16:creationId xmlns:a16="http://schemas.microsoft.com/office/drawing/2014/main" id="{6733E381-C11A-4F10-88ED-DDEA4B9167E2}"/>
              </a:ext>
            </a:extLst>
          </p:cNvPr>
          <p:cNvSpPr>
            <a:spLocks noGrp="1"/>
          </p:cNvSpPr>
          <p:nvPr>
            <p:ph type="title" hasCustomPrompt="1"/>
          </p:nvPr>
        </p:nvSpPr>
        <p:spPr>
          <a:xfrm>
            <a:off x="407988" y="404813"/>
            <a:ext cx="10944596" cy="865054"/>
          </a:xfrm>
          <a:prstGeom prst="rect">
            <a:avLst/>
          </a:prstGeom>
        </p:spPr>
        <p:txBody>
          <a:bodyPr vert="horz" lIns="0" tIns="0" rIns="0" bIns="0" rtlCol="0" anchor="t">
            <a:normAutofit/>
          </a:bodyPr>
          <a:lstStyle>
            <a:lvl1pPr>
              <a:defRPr lang="pt-PT" dirty="0">
                <a:solidFill>
                  <a:schemeClr val="tx2"/>
                </a:solidFill>
              </a:defRPr>
            </a:lvl1pPr>
          </a:lstStyle>
          <a:p>
            <a:pPr lvl="0">
              <a:lnSpc>
                <a:spcPts val="3000"/>
              </a:lnSpc>
            </a:pPr>
            <a:r>
              <a:rPr lang="en-US" dirty="0"/>
              <a:t>Click to insert title</a:t>
            </a:r>
            <a:endParaRPr lang="pt-PT" dirty="0"/>
          </a:p>
        </p:txBody>
      </p:sp>
      <p:sp>
        <p:nvSpPr>
          <p:cNvPr id="16" name="Retângulo 43">
            <a:extLst>
              <a:ext uri="{FF2B5EF4-FFF2-40B4-BE49-F238E27FC236}">
                <a16:creationId xmlns:a16="http://schemas.microsoft.com/office/drawing/2014/main" id="{25FC8637-25BD-4C09-AF25-56B4243DAB3D}"/>
              </a:ext>
            </a:extLst>
          </p:cNvPr>
          <p:cNvSpPr/>
          <p:nvPr userDrawn="1"/>
        </p:nvSpPr>
        <p:spPr>
          <a:xfrm>
            <a:off x="11784013" y="6555758"/>
            <a:ext cx="242375" cy="215444"/>
          </a:xfrm>
          <a:prstGeom prst="rect">
            <a:avLst/>
          </a:prstGeom>
        </p:spPr>
        <p:txBody>
          <a:bodyPr wrap="none">
            <a:spAutoFit/>
          </a:bodyPr>
          <a:lstStyle/>
          <a:p>
            <a:pPr algn="r"/>
            <a:fld id="{0502E5A9-B53C-401E-A0E0-4A359BB0A9E5}" type="slidenum">
              <a:rPr lang="en-US" sz="800" smtClean="0">
                <a:solidFill>
                  <a:prstClr val="black">
                    <a:lumMod val="50000"/>
                    <a:lumOff val="50000"/>
                  </a:prstClr>
                </a:solidFill>
                <a:cs typeface="Arial" panose="020B0604020202020204" pitchFamily="34" charset="0"/>
              </a:rPr>
              <a:t>‹#›</a:t>
            </a:fld>
            <a:endParaRPr lang="en-US" sz="800" dirty="0">
              <a:solidFill>
                <a:prstClr val="black">
                  <a:lumMod val="50000"/>
                  <a:lumOff val="50000"/>
                </a:prstClr>
              </a:solidFill>
              <a:cs typeface="Arial" panose="020B0604020202020204" pitchFamily="34" charset="0"/>
            </a:endParaRPr>
          </a:p>
        </p:txBody>
      </p:sp>
      <p:cxnSp>
        <p:nvCxnSpPr>
          <p:cNvPr id="20"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3283674"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21" name="Rectangle 27">
            <a:hlinkClick r:id="rId2"/>
            <a:extLst>
              <a:ext uri="{FF2B5EF4-FFF2-40B4-BE49-F238E27FC236}">
                <a16:creationId xmlns:a16="http://schemas.microsoft.com/office/drawing/2014/main" id="{F376ABD1-4930-42EB-9A73-9A9C7C6BF2D3}"/>
              </a:ext>
            </a:extLst>
          </p:cNvPr>
          <p:cNvSpPr/>
          <p:nvPr userDrawn="1"/>
        </p:nvSpPr>
        <p:spPr>
          <a:xfrm>
            <a:off x="407988" y="6555971"/>
            <a:ext cx="2829007" cy="219456"/>
          </a:xfrm>
          <a:prstGeom prst="rect">
            <a:avLst/>
          </a:prstGeom>
        </p:spPr>
        <p:txBody>
          <a:bodyPr wrap="square" lIns="0" tIns="0" rIns="0" bIns="0" anchor="ctr" anchorCtr="0">
            <a:noAutofit/>
          </a:bodyPr>
          <a:lstStyle/>
          <a:p>
            <a:pPr lvl="0" algn="l" defTabSz="914400">
              <a:lnSpc>
                <a:spcPct val="85000"/>
              </a:lnSpc>
              <a:defRPr/>
            </a:pPr>
            <a:r>
              <a:rPr lang="en-US" sz="800" kern="0" dirty="0">
                <a:solidFill>
                  <a:srgbClr val="00458D"/>
                </a:solidFill>
                <a:latin typeface="+mj-lt"/>
                <a:cs typeface="Arial" panose="020B0604020202020204" pitchFamily="34" charset="0"/>
              </a:rPr>
              <a:t>Presentation Title | Author | Date</a:t>
            </a:r>
          </a:p>
        </p:txBody>
      </p:sp>
      <p:sp>
        <p:nvSpPr>
          <p:cNvPr id="22" name="Retângulo 43">
            <a:extLst>
              <a:ext uri="{FF2B5EF4-FFF2-40B4-BE49-F238E27FC236}">
                <a16:creationId xmlns:a16="http://schemas.microsoft.com/office/drawing/2014/main" id="{834ADCB4-BFB1-450D-8F6D-64217F4CD92C}"/>
              </a:ext>
            </a:extLst>
          </p:cNvPr>
          <p:cNvSpPr/>
          <p:nvPr userDrawn="1"/>
        </p:nvSpPr>
        <p:spPr>
          <a:xfrm>
            <a:off x="3411379" y="6555758"/>
            <a:ext cx="2223686" cy="219456"/>
          </a:xfrm>
          <a:prstGeom prst="rect">
            <a:avLst/>
          </a:prstGeom>
        </p:spPr>
        <p:txBody>
          <a:bodyPr wrap="none" lIns="0" tIns="0" rIns="0" bIns="0" anchor="ctr">
            <a:noAutofit/>
          </a:bodyPr>
          <a:lstStyle/>
          <a:p>
            <a:pPr algn="l"/>
            <a:r>
              <a:rPr lang="en-US" sz="800" dirty="0">
                <a:solidFill>
                  <a:schemeClr val="bg2">
                    <a:lumMod val="50000"/>
                  </a:schemeClr>
                </a:solidFill>
                <a:cs typeface="Arial" panose="020B0604020202020204" pitchFamily="34" charset="0"/>
              </a:rPr>
              <a:t>© 2017 Capgemini. All rights reserved.</a:t>
            </a:r>
          </a:p>
        </p:txBody>
      </p:sp>
    </p:spTree>
    <p:extLst>
      <p:ext uri="{BB962C8B-B14F-4D97-AF65-F5344CB8AC3E}">
        <p14:creationId xmlns:p14="http://schemas.microsoft.com/office/powerpoint/2010/main" val="3239072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hree column with content">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279F1DAD-5BB1-4142-B838-01DB99370135}"/>
              </a:ext>
            </a:extLst>
          </p:cNvPr>
          <p:cNvSpPr/>
          <p:nvPr userDrawn="1"/>
        </p:nvSpPr>
        <p:spPr>
          <a:xfrm>
            <a:off x="0" y="4077072"/>
            <a:ext cx="12192000" cy="278092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dirty="0"/>
          </a:p>
        </p:txBody>
      </p:sp>
      <p:sp>
        <p:nvSpPr>
          <p:cNvPr id="9" name="Text Placeholder 4">
            <a:extLst>
              <a:ext uri="{FF2B5EF4-FFF2-40B4-BE49-F238E27FC236}">
                <a16:creationId xmlns:a16="http://schemas.microsoft.com/office/drawing/2014/main" id="{04C1CAD0-39C3-4CE2-A9E9-8CA99EFF5357}"/>
              </a:ext>
            </a:extLst>
          </p:cNvPr>
          <p:cNvSpPr>
            <a:spLocks noGrp="1"/>
          </p:cNvSpPr>
          <p:nvPr>
            <p:ph type="body" sz="quarter" idx="13" hasCustomPrompt="1"/>
          </p:nvPr>
        </p:nvSpPr>
        <p:spPr>
          <a:xfrm>
            <a:off x="426488" y="1423337"/>
            <a:ext cx="3566160" cy="412363"/>
          </a:xfrm>
          <a:prstGeom prst="rect">
            <a:avLst/>
          </a:prstGeom>
          <a:noFill/>
        </p:spPr>
        <p:txBody>
          <a:bodyPr anchor="ctr">
            <a:noAutofit/>
          </a:bodyPr>
          <a:lstStyle>
            <a:lvl1pPr algn="l">
              <a:defRPr sz="1800" b="0">
                <a:solidFill>
                  <a:srgbClr val="12ABDB"/>
                </a:solidFill>
              </a:defRPr>
            </a:lvl1pPr>
            <a:lvl2pPr>
              <a:defRPr sz="1400"/>
            </a:lvl2pPr>
            <a:lvl3pPr>
              <a:defRPr sz="1200"/>
            </a:lvl3pPr>
            <a:lvl4pPr>
              <a:defRPr sz="1100"/>
            </a:lvl4pPr>
            <a:lvl5pPr>
              <a:defRPr sz="1100"/>
            </a:lvl5pPr>
          </a:lstStyle>
          <a:p>
            <a:pPr lvl="0"/>
            <a:r>
              <a:rPr lang="en-US" dirty="0"/>
              <a:t>Click to insert title</a:t>
            </a:r>
          </a:p>
        </p:txBody>
      </p:sp>
      <p:sp>
        <p:nvSpPr>
          <p:cNvPr id="37" name="Text Placeholder 4">
            <a:extLst>
              <a:ext uri="{FF2B5EF4-FFF2-40B4-BE49-F238E27FC236}">
                <a16:creationId xmlns:a16="http://schemas.microsoft.com/office/drawing/2014/main" id="{8D6FD04F-776D-4BC2-9828-DC149A95B778}"/>
              </a:ext>
            </a:extLst>
          </p:cNvPr>
          <p:cNvSpPr>
            <a:spLocks noGrp="1"/>
          </p:cNvSpPr>
          <p:nvPr>
            <p:ph type="body" sz="quarter" idx="27" hasCustomPrompt="1"/>
          </p:nvPr>
        </p:nvSpPr>
        <p:spPr>
          <a:xfrm>
            <a:off x="8217853" y="1423337"/>
            <a:ext cx="3566160" cy="412363"/>
          </a:xfrm>
          <a:prstGeom prst="rect">
            <a:avLst/>
          </a:prstGeom>
          <a:noFill/>
        </p:spPr>
        <p:txBody>
          <a:bodyPr anchor="ctr">
            <a:noAutofit/>
          </a:bodyPr>
          <a:lstStyle>
            <a:lvl1pPr algn="l">
              <a:defRPr sz="1800" b="0">
                <a:solidFill>
                  <a:srgbClr val="12ABDB"/>
                </a:solidFill>
              </a:defRPr>
            </a:lvl1pPr>
            <a:lvl2pPr>
              <a:defRPr sz="1400"/>
            </a:lvl2pPr>
            <a:lvl3pPr>
              <a:defRPr sz="1200"/>
            </a:lvl3pPr>
            <a:lvl4pPr>
              <a:defRPr sz="1100"/>
            </a:lvl4pPr>
            <a:lvl5pPr>
              <a:defRPr sz="1100"/>
            </a:lvl5pPr>
          </a:lstStyle>
          <a:p>
            <a:pPr lvl="0"/>
            <a:r>
              <a:rPr lang="en-US" dirty="0"/>
              <a:t>Click to insert title</a:t>
            </a:r>
          </a:p>
        </p:txBody>
      </p:sp>
      <p:sp>
        <p:nvSpPr>
          <p:cNvPr id="39" name="Text Placeholder 4">
            <a:extLst>
              <a:ext uri="{FF2B5EF4-FFF2-40B4-BE49-F238E27FC236}">
                <a16:creationId xmlns:a16="http://schemas.microsoft.com/office/drawing/2014/main" id="{5A2CDF95-9D29-4775-8BEF-90BC5372B782}"/>
              </a:ext>
            </a:extLst>
          </p:cNvPr>
          <p:cNvSpPr>
            <a:spLocks noGrp="1"/>
          </p:cNvSpPr>
          <p:nvPr>
            <p:ph type="body" sz="quarter" idx="29" hasCustomPrompt="1"/>
          </p:nvPr>
        </p:nvSpPr>
        <p:spPr>
          <a:xfrm>
            <a:off x="4322171" y="1423337"/>
            <a:ext cx="3566160" cy="412363"/>
          </a:xfrm>
          <a:prstGeom prst="rect">
            <a:avLst/>
          </a:prstGeom>
          <a:noFill/>
        </p:spPr>
        <p:txBody>
          <a:bodyPr anchor="ctr">
            <a:noAutofit/>
          </a:bodyPr>
          <a:lstStyle>
            <a:lvl1pPr algn="l">
              <a:defRPr sz="1800" b="0">
                <a:solidFill>
                  <a:srgbClr val="12ABDB"/>
                </a:solidFill>
              </a:defRPr>
            </a:lvl1pPr>
            <a:lvl2pPr>
              <a:defRPr sz="1400"/>
            </a:lvl2pPr>
            <a:lvl3pPr>
              <a:defRPr sz="1200"/>
            </a:lvl3pPr>
            <a:lvl4pPr>
              <a:defRPr sz="1100"/>
            </a:lvl4pPr>
            <a:lvl5pPr>
              <a:defRPr sz="1100"/>
            </a:lvl5pPr>
          </a:lstStyle>
          <a:p>
            <a:pPr lvl="0"/>
            <a:r>
              <a:rPr lang="en-US" dirty="0"/>
              <a:t>Click to insert title</a:t>
            </a:r>
          </a:p>
        </p:txBody>
      </p:sp>
      <p:sp>
        <p:nvSpPr>
          <p:cNvPr id="41" name="Text Placeholder 4">
            <a:extLst>
              <a:ext uri="{FF2B5EF4-FFF2-40B4-BE49-F238E27FC236}">
                <a16:creationId xmlns:a16="http://schemas.microsoft.com/office/drawing/2014/main" id="{6012FFDA-311F-429E-998E-F6E6B0A7186E}"/>
              </a:ext>
            </a:extLst>
          </p:cNvPr>
          <p:cNvSpPr>
            <a:spLocks noGrp="1"/>
          </p:cNvSpPr>
          <p:nvPr>
            <p:ph type="body" sz="quarter" idx="31" hasCustomPrompt="1"/>
          </p:nvPr>
        </p:nvSpPr>
        <p:spPr>
          <a:xfrm>
            <a:off x="407987" y="4231996"/>
            <a:ext cx="11376025" cy="412363"/>
          </a:xfrm>
          <a:prstGeom prst="rect">
            <a:avLst/>
          </a:prstGeom>
          <a:noFill/>
        </p:spPr>
        <p:txBody>
          <a:bodyPr vert="horz" lIns="0" tIns="0" rIns="0" bIns="0" rtlCol="0" anchor="ctr">
            <a:noAutofit/>
          </a:bodyPr>
          <a:lstStyle>
            <a:lvl1pPr>
              <a:defRPr lang="en-US" b="0" dirty="0">
                <a:solidFill>
                  <a:schemeClr val="accent4"/>
                </a:solidFill>
              </a:defRPr>
            </a:lvl1pPr>
          </a:lstStyle>
          <a:p>
            <a:pPr lvl="0"/>
            <a:r>
              <a:rPr lang="en-US" dirty="0"/>
              <a:t>Click to insert section title</a:t>
            </a:r>
          </a:p>
        </p:txBody>
      </p:sp>
      <p:sp>
        <p:nvSpPr>
          <p:cNvPr id="42" name="Text Placeholder 7">
            <a:extLst>
              <a:ext uri="{FF2B5EF4-FFF2-40B4-BE49-F238E27FC236}">
                <a16:creationId xmlns:a16="http://schemas.microsoft.com/office/drawing/2014/main" id="{9228FC83-C11D-47F2-8BDE-B10D125E5E87}"/>
              </a:ext>
            </a:extLst>
          </p:cNvPr>
          <p:cNvSpPr>
            <a:spLocks noGrp="1"/>
          </p:cNvSpPr>
          <p:nvPr>
            <p:ph type="body" sz="quarter" idx="32" hasCustomPrompt="1"/>
          </p:nvPr>
        </p:nvSpPr>
        <p:spPr>
          <a:xfrm>
            <a:off x="426488" y="1866555"/>
            <a:ext cx="3566160" cy="1994493"/>
          </a:xfrm>
          <a:prstGeom prst="rect">
            <a:avLst/>
          </a:prstGeom>
        </p:spPr>
        <p:txBody>
          <a:bodyPr>
            <a:noAutofit/>
          </a:bodyPr>
          <a:lstStyle>
            <a:lvl1pPr>
              <a:lnSpc>
                <a:spcPts val="1600"/>
              </a:lnSpc>
              <a:defRPr sz="1400">
                <a:solidFill>
                  <a:schemeClr val="tx1"/>
                </a:solidFill>
              </a:defRPr>
            </a:lvl1pPr>
            <a:lvl2pPr marL="173038" indent="-168275">
              <a:lnSpc>
                <a:spcPts val="1400"/>
              </a:lnSpc>
              <a:defRPr sz="1200">
                <a:solidFill>
                  <a:schemeClr val="tx1"/>
                </a:solidFill>
              </a:defRPr>
            </a:lvl2pPr>
            <a:lvl3pPr marL="347663" indent="-174625">
              <a:lnSpc>
                <a:spcPts val="1400"/>
              </a:lnSpc>
              <a:defRPr sz="1200">
                <a:solidFill>
                  <a:schemeClr val="tx1"/>
                </a:solidFill>
              </a:defRPr>
            </a:lvl3pPr>
            <a:lvl4pPr marL="509588" indent="-161925">
              <a:lnSpc>
                <a:spcPts val="1200"/>
              </a:lnSpc>
              <a:defRPr sz="1100">
                <a:solidFill>
                  <a:schemeClr val="tx1"/>
                </a:solidFill>
              </a:defRPr>
            </a:lvl4pPr>
            <a:lvl5pPr>
              <a:lnSpc>
                <a:spcPct val="100000"/>
              </a:lnSpc>
              <a:defRPr sz="1200">
                <a:solidFill>
                  <a:schemeClr val="tx1"/>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
        <p:nvSpPr>
          <p:cNvPr id="18" name="Retângulo 43">
            <a:extLst>
              <a:ext uri="{FF2B5EF4-FFF2-40B4-BE49-F238E27FC236}">
                <a16:creationId xmlns:a16="http://schemas.microsoft.com/office/drawing/2014/main" id="{25FC8637-25BD-4C09-AF25-56B4243DAB3D}"/>
              </a:ext>
            </a:extLst>
          </p:cNvPr>
          <p:cNvSpPr/>
          <p:nvPr userDrawn="1"/>
        </p:nvSpPr>
        <p:spPr>
          <a:xfrm>
            <a:off x="11784013" y="6555758"/>
            <a:ext cx="242375" cy="215444"/>
          </a:xfrm>
          <a:prstGeom prst="rect">
            <a:avLst/>
          </a:prstGeom>
        </p:spPr>
        <p:txBody>
          <a:bodyPr wrap="none">
            <a:spAutoFit/>
          </a:bodyPr>
          <a:lstStyle/>
          <a:p>
            <a:pPr algn="r"/>
            <a:fld id="{0502E5A9-B53C-401E-A0E0-4A359BB0A9E5}" type="slidenum">
              <a:rPr lang="en-US" sz="800" smtClean="0">
                <a:solidFill>
                  <a:prstClr val="black">
                    <a:lumMod val="50000"/>
                    <a:lumOff val="50000"/>
                  </a:prstClr>
                </a:solidFill>
                <a:cs typeface="Arial" panose="020B0604020202020204" pitchFamily="34" charset="0"/>
              </a:rPr>
              <a:t>‹#›</a:t>
            </a:fld>
            <a:endParaRPr lang="en-US" sz="800" dirty="0">
              <a:solidFill>
                <a:prstClr val="black">
                  <a:lumMod val="50000"/>
                  <a:lumOff val="50000"/>
                </a:prstClr>
              </a:solidFill>
              <a:cs typeface="Arial" panose="020B0604020202020204" pitchFamily="34" charset="0"/>
            </a:endParaRPr>
          </a:p>
        </p:txBody>
      </p:sp>
      <p:cxnSp>
        <p:nvCxnSpPr>
          <p:cNvPr id="19"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3283674"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20" name="Rectangle 27">
            <a:hlinkClick r:id="rId2"/>
            <a:extLst>
              <a:ext uri="{FF2B5EF4-FFF2-40B4-BE49-F238E27FC236}">
                <a16:creationId xmlns:a16="http://schemas.microsoft.com/office/drawing/2014/main" id="{F376ABD1-4930-42EB-9A73-9A9C7C6BF2D3}"/>
              </a:ext>
            </a:extLst>
          </p:cNvPr>
          <p:cNvSpPr/>
          <p:nvPr userDrawn="1"/>
        </p:nvSpPr>
        <p:spPr>
          <a:xfrm>
            <a:off x="407988" y="6555971"/>
            <a:ext cx="2829007" cy="219456"/>
          </a:xfrm>
          <a:prstGeom prst="rect">
            <a:avLst/>
          </a:prstGeom>
        </p:spPr>
        <p:txBody>
          <a:bodyPr wrap="square" lIns="0" tIns="0" rIns="0" bIns="0" anchor="ctr" anchorCtr="0">
            <a:noAutofit/>
          </a:bodyPr>
          <a:lstStyle/>
          <a:p>
            <a:pPr lvl="0" algn="l" defTabSz="914400">
              <a:lnSpc>
                <a:spcPct val="85000"/>
              </a:lnSpc>
              <a:defRPr/>
            </a:pPr>
            <a:r>
              <a:rPr lang="en-US" sz="800" kern="0" dirty="0">
                <a:solidFill>
                  <a:srgbClr val="00458D"/>
                </a:solidFill>
                <a:latin typeface="+mj-lt"/>
                <a:cs typeface="Arial" panose="020B0604020202020204" pitchFamily="34" charset="0"/>
              </a:rPr>
              <a:t>Presentation Title | Author | Date</a:t>
            </a:r>
          </a:p>
        </p:txBody>
      </p:sp>
      <p:sp>
        <p:nvSpPr>
          <p:cNvPr id="21" name="Retângulo 43">
            <a:extLst>
              <a:ext uri="{FF2B5EF4-FFF2-40B4-BE49-F238E27FC236}">
                <a16:creationId xmlns:a16="http://schemas.microsoft.com/office/drawing/2014/main" id="{834ADCB4-BFB1-450D-8F6D-64217F4CD92C}"/>
              </a:ext>
            </a:extLst>
          </p:cNvPr>
          <p:cNvSpPr/>
          <p:nvPr userDrawn="1"/>
        </p:nvSpPr>
        <p:spPr>
          <a:xfrm>
            <a:off x="3411379" y="6555758"/>
            <a:ext cx="2223686" cy="219456"/>
          </a:xfrm>
          <a:prstGeom prst="rect">
            <a:avLst/>
          </a:prstGeom>
        </p:spPr>
        <p:txBody>
          <a:bodyPr wrap="none" lIns="0" tIns="0" rIns="0" bIns="0" anchor="ctr">
            <a:noAutofit/>
          </a:bodyPr>
          <a:lstStyle/>
          <a:p>
            <a:pPr algn="l"/>
            <a:r>
              <a:rPr lang="en-US" sz="800" dirty="0">
                <a:solidFill>
                  <a:schemeClr val="bg2">
                    <a:lumMod val="50000"/>
                  </a:schemeClr>
                </a:solidFill>
                <a:cs typeface="Arial" panose="020B0604020202020204" pitchFamily="34" charset="0"/>
              </a:rPr>
              <a:t>© 2017 Capgemini. All rights reserved.</a:t>
            </a:r>
          </a:p>
        </p:txBody>
      </p:sp>
      <p:sp>
        <p:nvSpPr>
          <p:cNvPr id="23"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407988" y="404813"/>
            <a:ext cx="11016604" cy="863600"/>
          </a:xfrm>
          <a:prstGeom prst="rect">
            <a:avLst/>
          </a:prstGeom>
        </p:spPr>
        <p:txBody>
          <a:bodyPr vert="horz" lIns="0" tIns="0" rIns="0" bIns="0" rtlCol="0" anchor="t">
            <a:normAutofit/>
          </a:bodyPr>
          <a:lstStyle>
            <a:lvl1pPr>
              <a:defRPr lang="pt-PT" dirty="0"/>
            </a:lvl1pPr>
          </a:lstStyle>
          <a:p>
            <a:pPr lvl="0">
              <a:lnSpc>
                <a:spcPts val="3000"/>
              </a:lnSpc>
            </a:pPr>
            <a:r>
              <a:rPr lang="en-US" dirty="0"/>
              <a:t>Click to add title</a:t>
            </a:r>
            <a:endParaRPr lang="pt-PT" dirty="0"/>
          </a:p>
        </p:txBody>
      </p:sp>
      <p:sp>
        <p:nvSpPr>
          <p:cNvPr id="24" name="Text Placeholder 7">
            <a:extLst>
              <a:ext uri="{FF2B5EF4-FFF2-40B4-BE49-F238E27FC236}">
                <a16:creationId xmlns:a16="http://schemas.microsoft.com/office/drawing/2014/main" id="{9228FC83-C11D-47F2-8BDE-B10D125E5E87}"/>
              </a:ext>
            </a:extLst>
          </p:cNvPr>
          <p:cNvSpPr>
            <a:spLocks noGrp="1"/>
          </p:cNvSpPr>
          <p:nvPr>
            <p:ph type="body" sz="quarter" idx="33" hasCustomPrompt="1"/>
          </p:nvPr>
        </p:nvSpPr>
        <p:spPr>
          <a:xfrm>
            <a:off x="4322171" y="1866555"/>
            <a:ext cx="3566160" cy="1994493"/>
          </a:xfrm>
          <a:prstGeom prst="rect">
            <a:avLst/>
          </a:prstGeom>
        </p:spPr>
        <p:txBody>
          <a:bodyPr>
            <a:noAutofit/>
          </a:bodyPr>
          <a:lstStyle>
            <a:lvl1pPr>
              <a:lnSpc>
                <a:spcPts val="1600"/>
              </a:lnSpc>
              <a:defRPr sz="1400">
                <a:solidFill>
                  <a:schemeClr val="tx1"/>
                </a:solidFill>
              </a:defRPr>
            </a:lvl1pPr>
            <a:lvl2pPr marL="173038" indent="-168275">
              <a:lnSpc>
                <a:spcPts val="1400"/>
              </a:lnSpc>
              <a:defRPr sz="1200">
                <a:solidFill>
                  <a:schemeClr val="tx1"/>
                </a:solidFill>
              </a:defRPr>
            </a:lvl2pPr>
            <a:lvl3pPr marL="347663" indent="-174625">
              <a:lnSpc>
                <a:spcPts val="1400"/>
              </a:lnSpc>
              <a:defRPr sz="1200">
                <a:solidFill>
                  <a:schemeClr val="tx1"/>
                </a:solidFill>
              </a:defRPr>
            </a:lvl3pPr>
            <a:lvl4pPr marL="509588" indent="-161925">
              <a:lnSpc>
                <a:spcPts val="1200"/>
              </a:lnSpc>
              <a:defRPr sz="1100">
                <a:solidFill>
                  <a:schemeClr val="tx1"/>
                </a:solidFill>
              </a:defRPr>
            </a:lvl4pPr>
            <a:lvl5pPr>
              <a:lnSpc>
                <a:spcPct val="100000"/>
              </a:lnSpc>
              <a:defRPr sz="1200">
                <a:solidFill>
                  <a:schemeClr val="tx1"/>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
        <p:nvSpPr>
          <p:cNvPr id="25" name="Text Placeholder 7">
            <a:extLst>
              <a:ext uri="{FF2B5EF4-FFF2-40B4-BE49-F238E27FC236}">
                <a16:creationId xmlns:a16="http://schemas.microsoft.com/office/drawing/2014/main" id="{9228FC83-C11D-47F2-8BDE-B10D125E5E87}"/>
              </a:ext>
            </a:extLst>
          </p:cNvPr>
          <p:cNvSpPr>
            <a:spLocks noGrp="1"/>
          </p:cNvSpPr>
          <p:nvPr>
            <p:ph type="body" sz="quarter" idx="34" hasCustomPrompt="1"/>
          </p:nvPr>
        </p:nvSpPr>
        <p:spPr>
          <a:xfrm>
            <a:off x="8217853" y="1866555"/>
            <a:ext cx="3566160" cy="1994493"/>
          </a:xfrm>
          <a:prstGeom prst="rect">
            <a:avLst/>
          </a:prstGeom>
        </p:spPr>
        <p:txBody>
          <a:bodyPr>
            <a:noAutofit/>
          </a:bodyPr>
          <a:lstStyle>
            <a:lvl1pPr>
              <a:lnSpc>
                <a:spcPts val="1600"/>
              </a:lnSpc>
              <a:defRPr sz="1400">
                <a:solidFill>
                  <a:schemeClr val="tx1"/>
                </a:solidFill>
              </a:defRPr>
            </a:lvl1pPr>
            <a:lvl2pPr marL="173038" indent="-168275">
              <a:lnSpc>
                <a:spcPts val="1400"/>
              </a:lnSpc>
              <a:defRPr sz="1200">
                <a:solidFill>
                  <a:schemeClr val="tx1"/>
                </a:solidFill>
              </a:defRPr>
            </a:lvl2pPr>
            <a:lvl3pPr marL="347663" indent="-174625">
              <a:lnSpc>
                <a:spcPts val="1400"/>
              </a:lnSpc>
              <a:defRPr sz="1200">
                <a:solidFill>
                  <a:schemeClr val="tx1"/>
                </a:solidFill>
              </a:defRPr>
            </a:lvl3pPr>
            <a:lvl4pPr marL="509588" indent="-161925">
              <a:lnSpc>
                <a:spcPts val="1200"/>
              </a:lnSpc>
              <a:defRPr sz="1100">
                <a:solidFill>
                  <a:schemeClr val="tx1"/>
                </a:solidFill>
              </a:defRPr>
            </a:lvl4pPr>
            <a:lvl5pPr>
              <a:lnSpc>
                <a:spcPct val="100000"/>
              </a:lnSpc>
              <a:defRPr sz="1200">
                <a:solidFill>
                  <a:schemeClr val="tx1"/>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
        <p:nvSpPr>
          <p:cNvPr id="26" name="Text Placeholder 7">
            <a:extLst>
              <a:ext uri="{FF2B5EF4-FFF2-40B4-BE49-F238E27FC236}">
                <a16:creationId xmlns:a16="http://schemas.microsoft.com/office/drawing/2014/main" id="{9228FC83-C11D-47F2-8BDE-B10D125E5E87}"/>
              </a:ext>
            </a:extLst>
          </p:cNvPr>
          <p:cNvSpPr>
            <a:spLocks noGrp="1"/>
          </p:cNvSpPr>
          <p:nvPr>
            <p:ph type="body" sz="quarter" idx="35" hasCustomPrompt="1"/>
          </p:nvPr>
        </p:nvSpPr>
        <p:spPr>
          <a:xfrm>
            <a:off x="426487" y="4674187"/>
            <a:ext cx="11357525" cy="1799211"/>
          </a:xfrm>
          <a:prstGeom prst="rect">
            <a:avLst/>
          </a:prstGeom>
        </p:spPr>
        <p:txBody>
          <a:bodyPr>
            <a:noAutofit/>
          </a:bodyPr>
          <a:lstStyle>
            <a:lvl1pPr>
              <a:lnSpc>
                <a:spcPts val="1600"/>
              </a:lnSpc>
              <a:defRPr sz="1400">
                <a:solidFill>
                  <a:schemeClr val="tx1"/>
                </a:solidFill>
              </a:defRPr>
            </a:lvl1pPr>
            <a:lvl2pPr marL="173038" indent="-168275">
              <a:lnSpc>
                <a:spcPts val="1400"/>
              </a:lnSpc>
              <a:defRPr sz="1200">
                <a:solidFill>
                  <a:schemeClr val="tx1"/>
                </a:solidFill>
              </a:defRPr>
            </a:lvl2pPr>
            <a:lvl3pPr marL="347663" indent="-174625">
              <a:lnSpc>
                <a:spcPts val="1400"/>
              </a:lnSpc>
              <a:defRPr sz="1200">
                <a:solidFill>
                  <a:schemeClr val="tx1"/>
                </a:solidFill>
              </a:defRPr>
            </a:lvl3pPr>
            <a:lvl4pPr marL="509588" indent="-161925">
              <a:lnSpc>
                <a:spcPts val="1200"/>
              </a:lnSpc>
              <a:defRPr sz="1100">
                <a:solidFill>
                  <a:schemeClr val="tx1"/>
                </a:solidFill>
              </a:defRPr>
            </a:lvl4pPr>
            <a:lvl5pPr>
              <a:lnSpc>
                <a:spcPct val="100000"/>
              </a:lnSpc>
              <a:defRPr sz="1200">
                <a:solidFill>
                  <a:schemeClr val="tx1"/>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32820864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3 Topics with icons">
    <p:bg>
      <p:bgPr>
        <a:solidFill>
          <a:schemeClr val="bg1"/>
        </a:solidFill>
        <a:effectLst/>
      </p:bgPr>
    </p:bg>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407988" y="404813"/>
            <a:ext cx="11016604" cy="863600"/>
          </a:xfrm>
          <a:prstGeom prst="rect">
            <a:avLst/>
          </a:prstGeom>
        </p:spPr>
        <p:txBody>
          <a:bodyPr vert="horz" lIns="0" tIns="0" rIns="0" bIns="0" rtlCol="0" anchor="t">
            <a:normAutofit/>
          </a:bodyPr>
          <a:lstStyle>
            <a:lvl1pPr>
              <a:defRPr lang="pt-PT" dirty="0"/>
            </a:lvl1pPr>
          </a:lstStyle>
          <a:p>
            <a:pPr lvl="0">
              <a:lnSpc>
                <a:spcPts val="3000"/>
              </a:lnSpc>
            </a:pPr>
            <a:r>
              <a:rPr lang="en-US" dirty="0"/>
              <a:t>Click to add title</a:t>
            </a:r>
            <a:endParaRPr lang="pt-PT" dirty="0"/>
          </a:p>
        </p:txBody>
      </p:sp>
      <p:sp>
        <p:nvSpPr>
          <p:cNvPr id="10" name="Text Placeholder 7">
            <a:extLst>
              <a:ext uri="{FF2B5EF4-FFF2-40B4-BE49-F238E27FC236}">
                <a16:creationId xmlns:a16="http://schemas.microsoft.com/office/drawing/2014/main" id="{9228FC83-C11D-47F2-8BDE-B10D125E5E87}"/>
              </a:ext>
            </a:extLst>
          </p:cNvPr>
          <p:cNvSpPr>
            <a:spLocks noGrp="1"/>
          </p:cNvSpPr>
          <p:nvPr>
            <p:ph type="body" sz="quarter" idx="35" hasCustomPrompt="1"/>
          </p:nvPr>
        </p:nvSpPr>
        <p:spPr>
          <a:xfrm>
            <a:off x="1992760" y="1556793"/>
            <a:ext cx="9791253" cy="1368152"/>
          </a:xfrm>
          <a:prstGeom prst="rect">
            <a:avLst/>
          </a:prstGeom>
        </p:spPr>
        <p:txBody>
          <a:bodyPr anchor="ctr">
            <a:noAutofit/>
          </a:bodyPr>
          <a:lstStyle>
            <a:lvl1pPr>
              <a:lnSpc>
                <a:spcPts val="2200"/>
              </a:lnSpc>
              <a:defRPr sz="1800">
                <a:solidFill>
                  <a:schemeClr val="tx1"/>
                </a:solidFill>
              </a:defRPr>
            </a:lvl1pPr>
            <a:lvl2pPr marL="231775" indent="-227013">
              <a:lnSpc>
                <a:spcPts val="1800"/>
              </a:lnSpc>
              <a:defRPr sz="1600">
                <a:solidFill>
                  <a:schemeClr val="tx1"/>
                </a:solidFill>
              </a:defRPr>
            </a:lvl2pPr>
            <a:lvl3pPr marL="463550" indent="-231775">
              <a:lnSpc>
                <a:spcPts val="1600"/>
              </a:lnSpc>
              <a:defRPr sz="1400">
                <a:solidFill>
                  <a:schemeClr val="tx1"/>
                </a:solidFill>
              </a:defRPr>
            </a:lvl3pPr>
            <a:lvl4pPr marL="682625" indent="-219075">
              <a:lnSpc>
                <a:spcPts val="1400"/>
              </a:lnSpc>
              <a:defRPr sz="1200">
                <a:solidFill>
                  <a:schemeClr val="tx1"/>
                </a:solidFill>
              </a:defRPr>
            </a:lvl4pPr>
            <a:lvl5pPr>
              <a:lnSpc>
                <a:spcPct val="100000"/>
              </a:lnSpc>
              <a:defRPr sz="1200">
                <a:solidFill>
                  <a:schemeClr val="tx1"/>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
        <p:nvSpPr>
          <p:cNvPr id="11" name="Text Placeholder 7">
            <a:extLst>
              <a:ext uri="{FF2B5EF4-FFF2-40B4-BE49-F238E27FC236}">
                <a16:creationId xmlns:a16="http://schemas.microsoft.com/office/drawing/2014/main" id="{9228FC83-C11D-47F2-8BDE-B10D125E5E87}"/>
              </a:ext>
            </a:extLst>
          </p:cNvPr>
          <p:cNvSpPr>
            <a:spLocks noGrp="1"/>
          </p:cNvSpPr>
          <p:nvPr>
            <p:ph type="body" sz="quarter" idx="36" hasCustomPrompt="1"/>
          </p:nvPr>
        </p:nvSpPr>
        <p:spPr>
          <a:xfrm>
            <a:off x="1992760" y="3320915"/>
            <a:ext cx="9791253" cy="1368152"/>
          </a:xfrm>
          <a:prstGeom prst="rect">
            <a:avLst/>
          </a:prstGeom>
        </p:spPr>
        <p:txBody>
          <a:bodyPr anchor="ctr">
            <a:noAutofit/>
          </a:bodyPr>
          <a:lstStyle>
            <a:lvl1pPr>
              <a:lnSpc>
                <a:spcPts val="2200"/>
              </a:lnSpc>
              <a:defRPr sz="1800">
                <a:solidFill>
                  <a:schemeClr val="tx1"/>
                </a:solidFill>
              </a:defRPr>
            </a:lvl1pPr>
            <a:lvl2pPr marL="231775" indent="-227013">
              <a:lnSpc>
                <a:spcPts val="1800"/>
              </a:lnSpc>
              <a:defRPr sz="1600">
                <a:solidFill>
                  <a:schemeClr val="tx1"/>
                </a:solidFill>
              </a:defRPr>
            </a:lvl2pPr>
            <a:lvl3pPr marL="463550" indent="-231775">
              <a:lnSpc>
                <a:spcPts val="1600"/>
              </a:lnSpc>
              <a:defRPr sz="1400">
                <a:solidFill>
                  <a:schemeClr val="tx1"/>
                </a:solidFill>
              </a:defRPr>
            </a:lvl3pPr>
            <a:lvl4pPr marL="682625" indent="-219075">
              <a:lnSpc>
                <a:spcPts val="1400"/>
              </a:lnSpc>
              <a:defRPr sz="1200">
                <a:solidFill>
                  <a:schemeClr val="tx1"/>
                </a:solidFill>
              </a:defRPr>
            </a:lvl4pPr>
            <a:lvl5pPr>
              <a:lnSpc>
                <a:spcPct val="100000"/>
              </a:lnSpc>
              <a:defRPr sz="1200">
                <a:solidFill>
                  <a:schemeClr val="tx1"/>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
        <p:nvSpPr>
          <p:cNvPr id="12" name="Text Placeholder 7">
            <a:extLst>
              <a:ext uri="{FF2B5EF4-FFF2-40B4-BE49-F238E27FC236}">
                <a16:creationId xmlns:a16="http://schemas.microsoft.com/office/drawing/2014/main" id="{9228FC83-C11D-47F2-8BDE-B10D125E5E87}"/>
              </a:ext>
            </a:extLst>
          </p:cNvPr>
          <p:cNvSpPr>
            <a:spLocks noGrp="1"/>
          </p:cNvSpPr>
          <p:nvPr>
            <p:ph type="body" sz="quarter" idx="37" hasCustomPrompt="1"/>
          </p:nvPr>
        </p:nvSpPr>
        <p:spPr>
          <a:xfrm>
            <a:off x="1992760" y="5085036"/>
            <a:ext cx="9791253" cy="1368152"/>
          </a:xfrm>
          <a:prstGeom prst="rect">
            <a:avLst/>
          </a:prstGeom>
        </p:spPr>
        <p:txBody>
          <a:bodyPr anchor="ctr">
            <a:noAutofit/>
          </a:bodyPr>
          <a:lstStyle>
            <a:lvl1pPr>
              <a:lnSpc>
                <a:spcPts val="2200"/>
              </a:lnSpc>
              <a:defRPr sz="1800">
                <a:solidFill>
                  <a:schemeClr val="tx1"/>
                </a:solidFill>
              </a:defRPr>
            </a:lvl1pPr>
            <a:lvl2pPr marL="231775" indent="-227013">
              <a:lnSpc>
                <a:spcPts val="1800"/>
              </a:lnSpc>
              <a:defRPr sz="1600">
                <a:solidFill>
                  <a:schemeClr val="tx1"/>
                </a:solidFill>
              </a:defRPr>
            </a:lvl2pPr>
            <a:lvl3pPr marL="463550" indent="-231775">
              <a:lnSpc>
                <a:spcPts val="1600"/>
              </a:lnSpc>
              <a:defRPr sz="1400">
                <a:solidFill>
                  <a:schemeClr val="tx1"/>
                </a:solidFill>
              </a:defRPr>
            </a:lvl3pPr>
            <a:lvl4pPr marL="682625" indent="-219075">
              <a:lnSpc>
                <a:spcPts val="1400"/>
              </a:lnSpc>
              <a:defRPr sz="1200">
                <a:solidFill>
                  <a:schemeClr val="tx1"/>
                </a:solidFill>
              </a:defRPr>
            </a:lvl4pPr>
            <a:lvl5pPr>
              <a:lnSpc>
                <a:spcPct val="100000"/>
              </a:lnSpc>
              <a:defRPr sz="1200">
                <a:solidFill>
                  <a:schemeClr val="tx1"/>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
        <p:nvSpPr>
          <p:cNvPr id="13" name="Retângulo 43">
            <a:extLst>
              <a:ext uri="{FF2B5EF4-FFF2-40B4-BE49-F238E27FC236}">
                <a16:creationId xmlns:a16="http://schemas.microsoft.com/office/drawing/2014/main" id="{25FC8637-25BD-4C09-AF25-56B4243DAB3D}"/>
              </a:ext>
            </a:extLst>
          </p:cNvPr>
          <p:cNvSpPr/>
          <p:nvPr userDrawn="1"/>
        </p:nvSpPr>
        <p:spPr>
          <a:xfrm>
            <a:off x="11784013" y="6555758"/>
            <a:ext cx="242375" cy="215444"/>
          </a:xfrm>
          <a:prstGeom prst="rect">
            <a:avLst/>
          </a:prstGeom>
        </p:spPr>
        <p:txBody>
          <a:bodyPr wrap="none">
            <a:spAutoFit/>
          </a:bodyPr>
          <a:lstStyle/>
          <a:p>
            <a:pPr algn="r"/>
            <a:fld id="{0502E5A9-B53C-401E-A0E0-4A359BB0A9E5}" type="slidenum">
              <a:rPr lang="en-US" sz="800" smtClean="0">
                <a:solidFill>
                  <a:prstClr val="black">
                    <a:lumMod val="50000"/>
                    <a:lumOff val="50000"/>
                  </a:prstClr>
                </a:solidFill>
                <a:cs typeface="Arial" panose="020B0604020202020204" pitchFamily="34" charset="0"/>
              </a:rPr>
              <a:t>‹#›</a:t>
            </a:fld>
            <a:endParaRPr lang="en-US" sz="800" dirty="0">
              <a:solidFill>
                <a:prstClr val="black">
                  <a:lumMod val="50000"/>
                  <a:lumOff val="50000"/>
                </a:prstClr>
              </a:solidFill>
              <a:cs typeface="Arial" panose="020B0604020202020204" pitchFamily="34" charset="0"/>
            </a:endParaRPr>
          </a:p>
        </p:txBody>
      </p:sp>
      <p:cxnSp>
        <p:nvCxnSpPr>
          <p:cNvPr id="14"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3283674"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15" name="Rectangle 27">
            <a:hlinkClick r:id="rId2"/>
            <a:extLst>
              <a:ext uri="{FF2B5EF4-FFF2-40B4-BE49-F238E27FC236}">
                <a16:creationId xmlns:a16="http://schemas.microsoft.com/office/drawing/2014/main" id="{F376ABD1-4930-42EB-9A73-9A9C7C6BF2D3}"/>
              </a:ext>
            </a:extLst>
          </p:cNvPr>
          <p:cNvSpPr/>
          <p:nvPr userDrawn="1"/>
        </p:nvSpPr>
        <p:spPr>
          <a:xfrm>
            <a:off x="407988" y="6555971"/>
            <a:ext cx="2829007" cy="219456"/>
          </a:xfrm>
          <a:prstGeom prst="rect">
            <a:avLst/>
          </a:prstGeom>
        </p:spPr>
        <p:txBody>
          <a:bodyPr wrap="square" lIns="0" tIns="0" rIns="0" bIns="0" anchor="ctr" anchorCtr="0">
            <a:noAutofit/>
          </a:bodyPr>
          <a:lstStyle/>
          <a:p>
            <a:pPr lvl="0" algn="l" defTabSz="914400">
              <a:lnSpc>
                <a:spcPct val="85000"/>
              </a:lnSpc>
              <a:defRPr/>
            </a:pPr>
            <a:r>
              <a:rPr lang="en-US" sz="800" kern="0" dirty="0">
                <a:solidFill>
                  <a:srgbClr val="00458D"/>
                </a:solidFill>
                <a:latin typeface="+mj-lt"/>
                <a:cs typeface="Arial" panose="020B0604020202020204" pitchFamily="34" charset="0"/>
              </a:rPr>
              <a:t>Presentation Title | Author | Date</a:t>
            </a:r>
          </a:p>
        </p:txBody>
      </p:sp>
      <p:sp>
        <p:nvSpPr>
          <p:cNvPr id="16" name="Retângulo 43">
            <a:extLst>
              <a:ext uri="{FF2B5EF4-FFF2-40B4-BE49-F238E27FC236}">
                <a16:creationId xmlns:a16="http://schemas.microsoft.com/office/drawing/2014/main" id="{834ADCB4-BFB1-450D-8F6D-64217F4CD92C}"/>
              </a:ext>
            </a:extLst>
          </p:cNvPr>
          <p:cNvSpPr/>
          <p:nvPr userDrawn="1"/>
        </p:nvSpPr>
        <p:spPr>
          <a:xfrm>
            <a:off x="3411379" y="6555758"/>
            <a:ext cx="2223686" cy="219456"/>
          </a:xfrm>
          <a:prstGeom prst="rect">
            <a:avLst/>
          </a:prstGeom>
        </p:spPr>
        <p:txBody>
          <a:bodyPr wrap="none" lIns="0" tIns="0" rIns="0" bIns="0" anchor="ctr">
            <a:noAutofit/>
          </a:bodyPr>
          <a:lstStyle/>
          <a:p>
            <a:pPr algn="l"/>
            <a:r>
              <a:rPr lang="en-US" sz="800" dirty="0">
                <a:solidFill>
                  <a:schemeClr val="bg2">
                    <a:lumMod val="50000"/>
                  </a:schemeClr>
                </a:solidFill>
                <a:cs typeface="Arial" panose="020B0604020202020204" pitchFamily="34" charset="0"/>
              </a:rPr>
              <a:t>© 2017 Capgemini. All rights reserved.</a:t>
            </a:r>
          </a:p>
        </p:txBody>
      </p:sp>
      <p:grpSp>
        <p:nvGrpSpPr>
          <p:cNvPr id="17" name="Group 4">
            <a:extLst>
              <a:ext uri="{FF2B5EF4-FFF2-40B4-BE49-F238E27FC236}">
                <a16:creationId xmlns:a16="http://schemas.microsoft.com/office/drawing/2014/main" id="{F55AA728-28C9-4E2C-9F9C-ED1CE98A5CDA}"/>
              </a:ext>
            </a:extLst>
          </p:cNvPr>
          <p:cNvGrpSpPr>
            <a:grpSpLocks noChangeAspect="1"/>
          </p:cNvGrpSpPr>
          <p:nvPr userDrawn="1"/>
        </p:nvGrpSpPr>
        <p:grpSpPr bwMode="auto">
          <a:xfrm>
            <a:off x="376729" y="3487371"/>
            <a:ext cx="1285954" cy="1201696"/>
            <a:chOff x="-163" y="-158"/>
            <a:chExt cx="2854" cy="2667"/>
          </a:xfrm>
        </p:grpSpPr>
        <p:sp>
          <p:nvSpPr>
            <p:cNvPr id="18" name="Freeform 5">
              <a:extLst>
                <a:ext uri="{FF2B5EF4-FFF2-40B4-BE49-F238E27FC236}">
                  <a16:creationId xmlns:a16="http://schemas.microsoft.com/office/drawing/2014/main" id="{C00D10BF-495F-4321-9BCA-1A6DC376E34A}"/>
                </a:ext>
              </a:extLst>
            </p:cNvPr>
            <p:cNvSpPr>
              <a:spLocks/>
            </p:cNvSpPr>
            <p:nvPr/>
          </p:nvSpPr>
          <p:spPr bwMode="auto">
            <a:xfrm>
              <a:off x="-163" y="-158"/>
              <a:ext cx="2854" cy="2667"/>
            </a:xfrm>
            <a:custGeom>
              <a:avLst/>
              <a:gdLst>
                <a:gd name="T0" fmla="*/ 153 w 1067"/>
                <a:gd name="T1" fmla="*/ 780 h 997"/>
                <a:gd name="T2" fmla="*/ 256 w 1067"/>
                <a:gd name="T3" fmla="*/ 149 h 997"/>
                <a:gd name="T4" fmla="*/ 914 w 1067"/>
                <a:gd name="T5" fmla="*/ 241 h 997"/>
                <a:gd name="T6" fmla="*/ 794 w 1067"/>
                <a:gd name="T7" fmla="*/ 848 h 997"/>
                <a:gd name="T8" fmla="*/ 153 w 1067"/>
                <a:gd name="T9" fmla="*/ 780 h 997"/>
              </a:gdLst>
              <a:ahLst/>
              <a:cxnLst>
                <a:cxn ang="0">
                  <a:pos x="T0" y="T1"/>
                </a:cxn>
                <a:cxn ang="0">
                  <a:pos x="T2" y="T3"/>
                </a:cxn>
                <a:cxn ang="0">
                  <a:pos x="T4" y="T5"/>
                </a:cxn>
                <a:cxn ang="0">
                  <a:pos x="T6" y="T7"/>
                </a:cxn>
                <a:cxn ang="0">
                  <a:pos x="T8" y="T9"/>
                </a:cxn>
              </a:cxnLst>
              <a:rect l="0" t="0" r="r" b="b"/>
              <a:pathLst>
                <a:path w="1067" h="997">
                  <a:moveTo>
                    <a:pt x="153" y="780"/>
                  </a:moveTo>
                  <a:cubicBezTo>
                    <a:pt x="0" y="580"/>
                    <a:pt x="46" y="297"/>
                    <a:pt x="256" y="149"/>
                  </a:cubicBezTo>
                  <a:cubicBezTo>
                    <a:pt x="466" y="0"/>
                    <a:pt x="760" y="42"/>
                    <a:pt x="914" y="241"/>
                  </a:cubicBezTo>
                  <a:cubicBezTo>
                    <a:pt x="1067" y="441"/>
                    <a:pt x="1004" y="700"/>
                    <a:pt x="794" y="848"/>
                  </a:cubicBezTo>
                  <a:cubicBezTo>
                    <a:pt x="584" y="997"/>
                    <a:pt x="307" y="979"/>
                    <a:pt x="153" y="780"/>
                  </a:cubicBezTo>
                </a:path>
              </a:pathLst>
            </a:custGeom>
            <a:solidFill>
              <a:srgbClr val="870863"/>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pt-PT"/>
            </a:p>
          </p:txBody>
        </p:sp>
        <p:sp>
          <p:nvSpPr>
            <p:cNvPr id="19" name="Freeform 6">
              <a:extLst>
                <a:ext uri="{FF2B5EF4-FFF2-40B4-BE49-F238E27FC236}">
                  <a16:creationId xmlns:a16="http://schemas.microsoft.com/office/drawing/2014/main" id="{FC345721-3D86-455D-A3E5-6A031E9161FE}"/>
                </a:ext>
              </a:extLst>
            </p:cNvPr>
            <p:cNvSpPr>
              <a:spLocks/>
            </p:cNvSpPr>
            <p:nvPr/>
          </p:nvSpPr>
          <p:spPr bwMode="auto">
            <a:xfrm>
              <a:off x="677" y="535"/>
              <a:ext cx="465" cy="500"/>
            </a:xfrm>
            <a:custGeom>
              <a:avLst/>
              <a:gdLst>
                <a:gd name="T0" fmla="*/ 71 w 174"/>
                <a:gd name="T1" fmla="*/ 178 h 187"/>
                <a:gd name="T2" fmla="*/ 8 w 174"/>
                <a:gd name="T3" fmla="*/ 78 h 187"/>
                <a:gd name="T4" fmla="*/ 98 w 174"/>
                <a:gd name="T5" fmla="*/ 9 h 187"/>
                <a:gd name="T6" fmla="*/ 167 w 174"/>
                <a:gd name="T7" fmla="*/ 110 h 187"/>
                <a:gd name="T8" fmla="*/ 71 w 174"/>
                <a:gd name="T9" fmla="*/ 178 h 187"/>
              </a:gdLst>
              <a:ahLst/>
              <a:cxnLst>
                <a:cxn ang="0">
                  <a:pos x="T0" y="T1"/>
                </a:cxn>
                <a:cxn ang="0">
                  <a:pos x="T2" y="T3"/>
                </a:cxn>
                <a:cxn ang="0">
                  <a:pos x="T4" y="T5"/>
                </a:cxn>
                <a:cxn ang="0">
                  <a:pos x="T6" y="T7"/>
                </a:cxn>
                <a:cxn ang="0">
                  <a:pos x="T8" y="T9"/>
                </a:cxn>
              </a:cxnLst>
              <a:rect l="0" t="0" r="r" b="b"/>
              <a:pathLst>
                <a:path w="174" h="187">
                  <a:moveTo>
                    <a:pt x="71" y="178"/>
                  </a:moveTo>
                  <a:cubicBezTo>
                    <a:pt x="26" y="169"/>
                    <a:pt x="0" y="125"/>
                    <a:pt x="8" y="78"/>
                  </a:cubicBezTo>
                  <a:cubicBezTo>
                    <a:pt x="15" y="31"/>
                    <a:pt x="53" y="0"/>
                    <a:pt x="98" y="9"/>
                  </a:cubicBezTo>
                  <a:cubicBezTo>
                    <a:pt x="144" y="18"/>
                    <a:pt x="174" y="63"/>
                    <a:pt x="167" y="110"/>
                  </a:cubicBezTo>
                  <a:cubicBezTo>
                    <a:pt x="159" y="157"/>
                    <a:pt x="116" y="187"/>
                    <a:pt x="71" y="178"/>
                  </a:cubicBezTo>
                </a:path>
              </a:pathLst>
            </a:custGeom>
            <a:solidFill>
              <a:srgbClr val="FF304C"/>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pt-PT"/>
            </a:p>
          </p:txBody>
        </p:sp>
        <p:sp>
          <p:nvSpPr>
            <p:cNvPr id="20" name="Freeform 7">
              <a:extLst>
                <a:ext uri="{FF2B5EF4-FFF2-40B4-BE49-F238E27FC236}">
                  <a16:creationId xmlns:a16="http://schemas.microsoft.com/office/drawing/2014/main" id="{88996DE1-792D-4B62-9A86-687AFAF8E76E}"/>
                </a:ext>
              </a:extLst>
            </p:cNvPr>
            <p:cNvSpPr>
              <a:spLocks/>
            </p:cNvSpPr>
            <p:nvPr/>
          </p:nvSpPr>
          <p:spPr bwMode="auto">
            <a:xfrm>
              <a:off x="500" y="1075"/>
              <a:ext cx="821" cy="543"/>
            </a:xfrm>
            <a:custGeom>
              <a:avLst/>
              <a:gdLst>
                <a:gd name="T0" fmla="*/ 49 w 307"/>
                <a:gd name="T1" fmla="*/ 182 h 203"/>
                <a:gd name="T2" fmla="*/ 8 w 307"/>
                <a:gd name="T3" fmla="*/ 118 h 203"/>
                <a:gd name="T4" fmla="*/ 192 w 307"/>
                <a:gd name="T5" fmla="*/ 23 h 203"/>
                <a:gd name="T6" fmla="*/ 303 w 307"/>
                <a:gd name="T7" fmla="*/ 135 h 203"/>
                <a:gd name="T8" fmla="*/ 307 w 307"/>
                <a:gd name="T9" fmla="*/ 172 h 203"/>
                <a:gd name="T10" fmla="*/ 49 w 307"/>
                <a:gd name="T11" fmla="*/ 182 h 203"/>
              </a:gdLst>
              <a:ahLst/>
              <a:cxnLst>
                <a:cxn ang="0">
                  <a:pos x="T0" y="T1"/>
                </a:cxn>
                <a:cxn ang="0">
                  <a:pos x="T2" y="T3"/>
                </a:cxn>
                <a:cxn ang="0">
                  <a:pos x="T4" y="T5"/>
                </a:cxn>
                <a:cxn ang="0">
                  <a:pos x="T6" y="T7"/>
                </a:cxn>
                <a:cxn ang="0">
                  <a:pos x="T8" y="T9"/>
                </a:cxn>
                <a:cxn ang="0">
                  <a:pos x="T10" y="T11"/>
                </a:cxn>
              </a:cxnLst>
              <a:rect l="0" t="0" r="r" b="b"/>
              <a:pathLst>
                <a:path w="307" h="203">
                  <a:moveTo>
                    <a:pt x="49" y="182"/>
                  </a:moveTo>
                  <a:cubicBezTo>
                    <a:pt x="19" y="177"/>
                    <a:pt x="0" y="148"/>
                    <a:pt x="8" y="118"/>
                  </a:cubicBezTo>
                  <a:cubicBezTo>
                    <a:pt x="24" y="58"/>
                    <a:pt x="85" y="0"/>
                    <a:pt x="192" y="23"/>
                  </a:cubicBezTo>
                  <a:cubicBezTo>
                    <a:pt x="246" y="35"/>
                    <a:pt x="291" y="79"/>
                    <a:pt x="303" y="135"/>
                  </a:cubicBezTo>
                  <a:cubicBezTo>
                    <a:pt x="306" y="148"/>
                    <a:pt x="307" y="160"/>
                    <a:pt x="307" y="172"/>
                  </a:cubicBezTo>
                  <a:cubicBezTo>
                    <a:pt x="236" y="169"/>
                    <a:pt x="168" y="203"/>
                    <a:pt x="49" y="182"/>
                  </a:cubicBezTo>
                </a:path>
              </a:pathLst>
            </a:custGeom>
            <a:solidFill>
              <a:srgbClr val="FF304C"/>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pt-PT"/>
            </a:p>
          </p:txBody>
        </p:sp>
        <p:sp>
          <p:nvSpPr>
            <p:cNvPr id="21" name="Freeform 8">
              <a:extLst>
                <a:ext uri="{FF2B5EF4-FFF2-40B4-BE49-F238E27FC236}">
                  <a16:creationId xmlns:a16="http://schemas.microsoft.com/office/drawing/2014/main" id="{99A3E024-557A-4737-A486-DB81CBFED8D8}"/>
                </a:ext>
              </a:extLst>
            </p:cNvPr>
            <p:cNvSpPr>
              <a:spLocks/>
            </p:cNvSpPr>
            <p:nvPr/>
          </p:nvSpPr>
          <p:spPr bwMode="auto">
            <a:xfrm>
              <a:off x="1249" y="575"/>
              <a:ext cx="527" cy="570"/>
            </a:xfrm>
            <a:custGeom>
              <a:avLst/>
              <a:gdLst>
                <a:gd name="T0" fmla="*/ 105 w 197"/>
                <a:gd name="T1" fmla="*/ 209 h 213"/>
                <a:gd name="T2" fmla="*/ 196 w 197"/>
                <a:gd name="T3" fmla="*/ 100 h 213"/>
                <a:gd name="T4" fmla="*/ 99 w 197"/>
                <a:gd name="T5" fmla="*/ 4 h 213"/>
                <a:gd name="T6" fmla="*/ 2 w 197"/>
                <a:gd name="T7" fmla="*/ 113 h 213"/>
                <a:gd name="T8" fmla="*/ 105 w 197"/>
                <a:gd name="T9" fmla="*/ 209 h 213"/>
              </a:gdLst>
              <a:ahLst/>
              <a:cxnLst>
                <a:cxn ang="0">
                  <a:pos x="T0" y="T1"/>
                </a:cxn>
                <a:cxn ang="0">
                  <a:pos x="T2" y="T3"/>
                </a:cxn>
                <a:cxn ang="0">
                  <a:pos x="T4" y="T5"/>
                </a:cxn>
                <a:cxn ang="0">
                  <a:pos x="T6" y="T7"/>
                </a:cxn>
                <a:cxn ang="0">
                  <a:pos x="T8" y="T9"/>
                </a:cxn>
              </a:cxnLst>
              <a:rect l="0" t="0" r="r" b="b"/>
              <a:pathLst>
                <a:path w="197" h="213">
                  <a:moveTo>
                    <a:pt x="105" y="209"/>
                  </a:moveTo>
                  <a:cubicBezTo>
                    <a:pt x="160" y="205"/>
                    <a:pt x="197" y="156"/>
                    <a:pt x="196" y="100"/>
                  </a:cubicBezTo>
                  <a:cubicBezTo>
                    <a:pt x="194" y="43"/>
                    <a:pt x="154" y="0"/>
                    <a:pt x="99" y="4"/>
                  </a:cubicBezTo>
                  <a:cubicBezTo>
                    <a:pt x="44" y="8"/>
                    <a:pt x="0" y="57"/>
                    <a:pt x="2" y="113"/>
                  </a:cubicBezTo>
                  <a:cubicBezTo>
                    <a:pt x="3" y="170"/>
                    <a:pt x="50" y="213"/>
                    <a:pt x="105" y="209"/>
                  </a:cubicBezTo>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pt-PT"/>
            </a:p>
          </p:txBody>
        </p:sp>
        <p:sp>
          <p:nvSpPr>
            <p:cNvPr id="22" name="Freeform 9">
              <a:extLst>
                <a:ext uri="{FF2B5EF4-FFF2-40B4-BE49-F238E27FC236}">
                  <a16:creationId xmlns:a16="http://schemas.microsoft.com/office/drawing/2014/main" id="{B91EABC1-BAA9-4368-93ED-01B2A8854188}"/>
                </a:ext>
              </a:extLst>
            </p:cNvPr>
            <p:cNvSpPr>
              <a:spLocks/>
            </p:cNvSpPr>
            <p:nvPr/>
          </p:nvSpPr>
          <p:spPr bwMode="auto">
            <a:xfrm>
              <a:off x="1017" y="1209"/>
              <a:ext cx="986" cy="647"/>
            </a:xfrm>
            <a:custGeom>
              <a:avLst/>
              <a:gdLst>
                <a:gd name="T0" fmla="*/ 1 w 369"/>
                <a:gd name="T1" fmla="*/ 207 h 242"/>
                <a:gd name="T2" fmla="*/ 5 w 369"/>
                <a:gd name="T3" fmla="*/ 162 h 242"/>
                <a:gd name="T4" fmla="*/ 137 w 369"/>
                <a:gd name="T5" fmla="*/ 28 h 242"/>
                <a:gd name="T6" fmla="*/ 356 w 369"/>
                <a:gd name="T7" fmla="*/ 131 h 242"/>
                <a:gd name="T8" fmla="*/ 304 w 369"/>
                <a:gd name="T9" fmla="*/ 218 h 242"/>
                <a:gd name="T10" fmla="*/ 1 w 369"/>
                <a:gd name="T11" fmla="*/ 207 h 242"/>
              </a:gdLst>
              <a:ahLst/>
              <a:cxnLst>
                <a:cxn ang="0">
                  <a:pos x="T0" y="T1"/>
                </a:cxn>
                <a:cxn ang="0">
                  <a:pos x="T2" y="T3"/>
                </a:cxn>
                <a:cxn ang="0">
                  <a:pos x="T4" y="T5"/>
                </a:cxn>
                <a:cxn ang="0">
                  <a:pos x="T6" y="T7"/>
                </a:cxn>
                <a:cxn ang="0">
                  <a:pos x="T8" y="T9"/>
                </a:cxn>
                <a:cxn ang="0">
                  <a:pos x="T10" y="T11"/>
                </a:cxn>
              </a:cxnLst>
              <a:rect l="0" t="0" r="r" b="b"/>
              <a:pathLst>
                <a:path w="369" h="242">
                  <a:moveTo>
                    <a:pt x="1" y="207"/>
                  </a:moveTo>
                  <a:cubicBezTo>
                    <a:pt x="0" y="193"/>
                    <a:pt x="2" y="178"/>
                    <a:pt x="5" y="162"/>
                  </a:cubicBezTo>
                  <a:cubicBezTo>
                    <a:pt x="20" y="95"/>
                    <a:pt x="72" y="42"/>
                    <a:pt x="137" y="28"/>
                  </a:cubicBezTo>
                  <a:cubicBezTo>
                    <a:pt x="260" y="0"/>
                    <a:pt x="333" y="62"/>
                    <a:pt x="356" y="131"/>
                  </a:cubicBezTo>
                  <a:cubicBezTo>
                    <a:pt x="369" y="170"/>
                    <a:pt x="344" y="212"/>
                    <a:pt x="304" y="218"/>
                  </a:cubicBezTo>
                  <a:cubicBezTo>
                    <a:pt x="165" y="242"/>
                    <a:pt x="85" y="203"/>
                    <a:pt x="1" y="207"/>
                  </a:cubicBezTo>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pt-PT"/>
            </a:p>
          </p:txBody>
        </p:sp>
      </p:grpSp>
      <p:grpSp>
        <p:nvGrpSpPr>
          <p:cNvPr id="23" name="Group 30">
            <a:extLst>
              <a:ext uri="{FF2B5EF4-FFF2-40B4-BE49-F238E27FC236}">
                <a16:creationId xmlns:a16="http://schemas.microsoft.com/office/drawing/2014/main" id="{A10900A1-B639-4F4D-B2A8-3302F49771BD}"/>
              </a:ext>
            </a:extLst>
          </p:cNvPr>
          <p:cNvGrpSpPr>
            <a:grpSpLocks noChangeAspect="1"/>
          </p:cNvGrpSpPr>
          <p:nvPr userDrawn="1"/>
        </p:nvGrpSpPr>
        <p:grpSpPr bwMode="auto">
          <a:xfrm>
            <a:off x="376729" y="1642923"/>
            <a:ext cx="1279250" cy="1195892"/>
            <a:chOff x="-223" y="-210"/>
            <a:chExt cx="3852" cy="3601"/>
          </a:xfrm>
        </p:grpSpPr>
        <p:sp>
          <p:nvSpPr>
            <p:cNvPr id="24" name="Freeform 31">
              <a:extLst>
                <a:ext uri="{FF2B5EF4-FFF2-40B4-BE49-F238E27FC236}">
                  <a16:creationId xmlns:a16="http://schemas.microsoft.com/office/drawing/2014/main" id="{63E2A064-7520-4F5E-83E0-1D9A7E442B39}"/>
                </a:ext>
              </a:extLst>
            </p:cNvPr>
            <p:cNvSpPr>
              <a:spLocks/>
            </p:cNvSpPr>
            <p:nvPr/>
          </p:nvSpPr>
          <p:spPr bwMode="auto">
            <a:xfrm>
              <a:off x="-223" y="-210"/>
              <a:ext cx="3852" cy="3601"/>
            </a:xfrm>
            <a:custGeom>
              <a:avLst/>
              <a:gdLst>
                <a:gd name="T0" fmla="*/ 207 w 1442"/>
                <a:gd name="T1" fmla="*/ 1053 h 1347"/>
                <a:gd name="T2" fmla="*/ 346 w 1442"/>
                <a:gd name="T3" fmla="*/ 201 h 1347"/>
                <a:gd name="T4" fmla="*/ 1235 w 1442"/>
                <a:gd name="T5" fmla="*/ 326 h 1347"/>
                <a:gd name="T6" fmla="*/ 1073 w 1442"/>
                <a:gd name="T7" fmla="*/ 1147 h 1347"/>
                <a:gd name="T8" fmla="*/ 207 w 1442"/>
                <a:gd name="T9" fmla="*/ 1053 h 1347"/>
              </a:gdLst>
              <a:ahLst/>
              <a:cxnLst>
                <a:cxn ang="0">
                  <a:pos x="T0" y="T1"/>
                </a:cxn>
                <a:cxn ang="0">
                  <a:pos x="T2" y="T3"/>
                </a:cxn>
                <a:cxn ang="0">
                  <a:pos x="T4" y="T5"/>
                </a:cxn>
                <a:cxn ang="0">
                  <a:pos x="T6" y="T7"/>
                </a:cxn>
                <a:cxn ang="0">
                  <a:pos x="T8" y="T9"/>
                </a:cxn>
              </a:cxnLst>
              <a:rect l="0" t="0" r="r" b="b"/>
              <a:pathLst>
                <a:path w="1442" h="1347">
                  <a:moveTo>
                    <a:pt x="207" y="1053"/>
                  </a:moveTo>
                  <a:cubicBezTo>
                    <a:pt x="0" y="783"/>
                    <a:pt x="62" y="401"/>
                    <a:pt x="346" y="201"/>
                  </a:cubicBezTo>
                  <a:cubicBezTo>
                    <a:pt x="629" y="0"/>
                    <a:pt x="1028" y="56"/>
                    <a:pt x="1235" y="326"/>
                  </a:cubicBezTo>
                  <a:cubicBezTo>
                    <a:pt x="1442" y="596"/>
                    <a:pt x="1357" y="946"/>
                    <a:pt x="1073" y="1147"/>
                  </a:cubicBezTo>
                  <a:cubicBezTo>
                    <a:pt x="790" y="1347"/>
                    <a:pt x="415" y="1324"/>
                    <a:pt x="207" y="1053"/>
                  </a:cubicBezTo>
                </a:path>
              </a:pathLst>
            </a:custGeom>
            <a:solidFill>
              <a:srgbClr val="0070AD"/>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pt-PT"/>
            </a:p>
          </p:txBody>
        </p:sp>
        <p:sp>
          <p:nvSpPr>
            <p:cNvPr id="25" name="Freeform 32">
              <a:extLst>
                <a:ext uri="{FF2B5EF4-FFF2-40B4-BE49-F238E27FC236}">
                  <a16:creationId xmlns:a16="http://schemas.microsoft.com/office/drawing/2014/main" id="{E00548ED-7E30-4648-88C9-25FEB9790230}"/>
                </a:ext>
              </a:extLst>
            </p:cNvPr>
            <p:cNvSpPr>
              <a:spLocks/>
            </p:cNvSpPr>
            <p:nvPr/>
          </p:nvSpPr>
          <p:spPr bwMode="auto">
            <a:xfrm>
              <a:off x="1284" y="672"/>
              <a:ext cx="870" cy="1045"/>
            </a:xfrm>
            <a:custGeom>
              <a:avLst/>
              <a:gdLst>
                <a:gd name="T0" fmla="*/ 71 w 326"/>
                <a:gd name="T1" fmla="*/ 391 h 391"/>
                <a:gd name="T2" fmla="*/ 1 w 326"/>
                <a:gd name="T3" fmla="*/ 390 h 391"/>
                <a:gd name="T4" fmla="*/ 0 w 326"/>
                <a:gd name="T5" fmla="*/ 172 h 391"/>
                <a:gd name="T6" fmla="*/ 95 w 326"/>
                <a:gd name="T7" fmla="*/ 13 h 391"/>
                <a:gd name="T8" fmla="*/ 223 w 326"/>
                <a:gd name="T9" fmla="*/ 8 h 391"/>
                <a:gd name="T10" fmla="*/ 326 w 326"/>
                <a:gd name="T11" fmla="*/ 164 h 391"/>
                <a:gd name="T12" fmla="*/ 326 w 326"/>
                <a:gd name="T13" fmla="*/ 385 h 391"/>
                <a:gd name="T14" fmla="*/ 263 w 326"/>
                <a:gd name="T15" fmla="*/ 385 h 391"/>
                <a:gd name="T16" fmla="*/ 263 w 326"/>
                <a:gd name="T17" fmla="*/ 164 h 391"/>
                <a:gd name="T18" fmla="*/ 210 w 326"/>
                <a:gd name="T19" fmla="*/ 78 h 391"/>
                <a:gd name="T20" fmla="*/ 117 w 326"/>
                <a:gd name="T21" fmla="*/ 80 h 391"/>
                <a:gd name="T22" fmla="*/ 71 w 326"/>
                <a:gd name="T23" fmla="*/ 172 h 391"/>
                <a:gd name="T24" fmla="*/ 71 w 326"/>
                <a:gd name="T25" fmla="*/ 391 h 3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26" h="391">
                  <a:moveTo>
                    <a:pt x="71" y="391"/>
                  </a:moveTo>
                  <a:cubicBezTo>
                    <a:pt x="1" y="390"/>
                    <a:pt x="1" y="390"/>
                    <a:pt x="1" y="390"/>
                  </a:cubicBezTo>
                  <a:cubicBezTo>
                    <a:pt x="2" y="324"/>
                    <a:pt x="0" y="174"/>
                    <a:pt x="0" y="172"/>
                  </a:cubicBezTo>
                  <a:cubicBezTo>
                    <a:pt x="0" y="140"/>
                    <a:pt x="0" y="43"/>
                    <a:pt x="95" y="13"/>
                  </a:cubicBezTo>
                  <a:cubicBezTo>
                    <a:pt x="132" y="1"/>
                    <a:pt x="176" y="0"/>
                    <a:pt x="223" y="8"/>
                  </a:cubicBezTo>
                  <a:cubicBezTo>
                    <a:pt x="289" y="20"/>
                    <a:pt x="326" y="77"/>
                    <a:pt x="326" y="164"/>
                  </a:cubicBezTo>
                  <a:cubicBezTo>
                    <a:pt x="326" y="385"/>
                    <a:pt x="326" y="385"/>
                    <a:pt x="326" y="385"/>
                  </a:cubicBezTo>
                  <a:cubicBezTo>
                    <a:pt x="263" y="385"/>
                    <a:pt x="263" y="385"/>
                    <a:pt x="263" y="385"/>
                  </a:cubicBezTo>
                  <a:cubicBezTo>
                    <a:pt x="263" y="164"/>
                    <a:pt x="263" y="164"/>
                    <a:pt x="263" y="164"/>
                  </a:cubicBezTo>
                  <a:cubicBezTo>
                    <a:pt x="263" y="112"/>
                    <a:pt x="240" y="86"/>
                    <a:pt x="210" y="78"/>
                  </a:cubicBezTo>
                  <a:cubicBezTo>
                    <a:pt x="176" y="69"/>
                    <a:pt x="142" y="73"/>
                    <a:pt x="117" y="80"/>
                  </a:cubicBezTo>
                  <a:cubicBezTo>
                    <a:pt x="89" y="89"/>
                    <a:pt x="71" y="108"/>
                    <a:pt x="71" y="172"/>
                  </a:cubicBezTo>
                  <a:cubicBezTo>
                    <a:pt x="71" y="178"/>
                    <a:pt x="73" y="325"/>
                    <a:pt x="71" y="391"/>
                  </a:cubicBezTo>
                </a:path>
              </a:pathLst>
            </a:custGeom>
            <a:solidFill>
              <a:srgbClr val="12ABDB"/>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pt-PT"/>
            </a:p>
          </p:txBody>
        </p:sp>
        <p:sp>
          <p:nvSpPr>
            <p:cNvPr id="26" name="Freeform 33">
              <a:extLst>
                <a:ext uri="{FF2B5EF4-FFF2-40B4-BE49-F238E27FC236}">
                  <a16:creationId xmlns:a16="http://schemas.microsoft.com/office/drawing/2014/main" id="{7DF3B566-6491-43A9-B36C-C70A3959006F}"/>
                </a:ext>
              </a:extLst>
            </p:cNvPr>
            <p:cNvSpPr>
              <a:spLocks/>
            </p:cNvSpPr>
            <p:nvPr/>
          </p:nvSpPr>
          <p:spPr bwMode="auto">
            <a:xfrm>
              <a:off x="992" y="1429"/>
              <a:ext cx="1408" cy="927"/>
            </a:xfrm>
            <a:custGeom>
              <a:avLst/>
              <a:gdLst>
                <a:gd name="T0" fmla="*/ 98 w 527"/>
                <a:gd name="T1" fmla="*/ 344 h 347"/>
                <a:gd name="T2" fmla="*/ 433 w 527"/>
                <a:gd name="T3" fmla="*/ 344 h 347"/>
                <a:gd name="T4" fmla="*/ 524 w 527"/>
                <a:gd name="T5" fmla="*/ 231 h 347"/>
                <a:gd name="T6" fmla="*/ 524 w 527"/>
                <a:gd name="T7" fmla="*/ 12 h 347"/>
                <a:gd name="T8" fmla="*/ 97 w 527"/>
                <a:gd name="T9" fmla="*/ 7 h 347"/>
                <a:gd name="T10" fmla="*/ 0 w 527"/>
                <a:gd name="T11" fmla="*/ 121 h 347"/>
                <a:gd name="T12" fmla="*/ 1 w 527"/>
                <a:gd name="T13" fmla="*/ 258 h 347"/>
                <a:gd name="T14" fmla="*/ 98 w 527"/>
                <a:gd name="T15" fmla="*/ 344 h 34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27" h="347">
                  <a:moveTo>
                    <a:pt x="98" y="344"/>
                  </a:moveTo>
                  <a:cubicBezTo>
                    <a:pt x="154" y="347"/>
                    <a:pt x="392" y="347"/>
                    <a:pt x="433" y="344"/>
                  </a:cubicBezTo>
                  <a:cubicBezTo>
                    <a:pt x="507" y="337"/>
                    <a:pt x="527" y="325"/>
                    <a:pt x="524" y="231"/>
                  </a:cubicBezTo>
                  <a:cubicBezTo>
                    <a:pt x="524" y="231"/>
                    <a:pt x="524" y="98"/>
                    <a:pt x="524" y="12"/>
                  </a:cubicBezTo>
                  <a:cubicBezTo>
                    <a:pt x="399" y="5"/>
                    <a:pt x="172" y="0"/>
                    <a:pt x="97" y="7"/>
                  </a:cubicBezTo>
                  <a:cubicBezTo>
                    <a:pt x="29" y="13"/>
                    <a:pt x="0" y="31"/>
                    <a:pt x="0" y="121"/>
                  </a:cubicBezTo>
                  <a:cubicBezTo>
                    <a:pt x="1" y="258"/>
                    <a:pt x="1" y="258"/>
                    <a:pt x="1" y="258"/>
                  </a:cubicBezTo>
                  <a:cubicBezTo>
                    <a:pt x="1" y="326"/>
                    <a:pt x="23" y="341"/>
                    <a:pt x="98" y="344"/>
                  </a:cubicBezTo>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pt-PT"/>
            </a:p>
          </p:txBody>
        </p:sp>
        <p:sp>
          <p:nvSpPr>
            <p:cNvPr id="30" name="Freeform 34">
              <a:extLst>
                <a:ext uri="{FF2B5EF4-FFF2-40B4-BE49-F238E27FC236}">
                  <a16:creationId xmlns:a16="http://schemas.microsoft.com/office/drawing/2014/main" id="{88320A64-FAD9-4C64-9B53-156412CFAE13}"/>
                </a:ext>
              </a:extLst>
            </p:cNvPr>
            <p:cNvSpPr>
              <a:spLocks/>
            </p:cNvSpPr>
            <p:nvPr/>
          </p:nvSpPr>
          <p:spPr bwMode="auto">
            <a:xfrm>
              <a:off x="1599" y="1621"/>
              <a:ext cx="270" cy="292"/>
            </a:xfrm>
            <a:custGeom>
              <a:avLst/>
              <a:gdLst>
                <a:gd name="T0" fmla="*/ 54 w 101"/>
                <a:gd name="T1" fmla="*/ 107 h 109"/>
                <a:gd name="T2" fmla="*/ 101 w 101"/>
                <a:gd name="T3" fmla="*/ 51 h 109"/>
                <a:gd name="T4" fmla="*/ 51 w 101"/>
                <a:gd name="T5" fmla="*/ 2 h 109"/>
                <a:gd name="T6" fmla="*/ 1 w 101"/>
                <a:gd name="T7" fmla="*/ 58 h 109"/>
                <a:gd name="T8" fmla="*/ 54 w 101"/>
                <a:gd name="T9" fmla="*/ 107 h 109"/>
              </a:gdLst>
              <a:ahLst/>
              <a:cxnLst>
                <a:cxn ang="0">
                  <a:pos x="T0" y="T1"/>
                </a:cxn>
                <a:cxn ang="0">
                  <a:pos x="T2" y="T3"/>
                </a:cxn>
                <a:cxn ang="0">
                  <a:pos x="T4" y="T5"/>
                </a:cxn>
                <a:cxn ang="0">
                  <a:pos x="T6" y="T7"/>
                </a:cxn>
                <a:cxn ang="0">
                  <a:pos x="T8" y="T9"/>
                </a:cxn>
              </a:cxnLst>
              <a:rect l="0" t="0" r="r" b="b"/>
              <a:pathLst>
                <a:path w="101" h="109">
                  <a:moveTo>
                    <a:pt x="54" y="107"/>
                  </a:moveTo>
                  <a:cubicBezTo>
                    <a:pt x="82" y="105"/>
                    <a:pt x="101" y="80"/>
                    <a:pt x="101" y="51"/>
                  </a:cubicBezTo>
                  <a:cubicBezTo>
                    <a:pt x="100" y="22"/>
                    <a:pt x="79" y="0"/>
                    <a:pt x="51" y="2"/>
                  </a:cubicBezTo>
                  <a:cubicBezTo>
                    <a:pt x="22" y="3"/>
                    <a:pt x="0" y="29"/>
                    <a:pt x="1" y="58"/>
                  </a:cubicBezTo>
                  <a:cubicBezTo>
                    <a:pt x="2" y="87"/>
                    <a:pt x="25" y="109"/>
                    <a:pt x="54" y="107"/>
                  </a:cubicBezTo>
                </a:path>
              </a:pathLst>
            </a:custGeom>
            <a:solidFill>
              <a:srgbClr val="95E616"/>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pt-PT"/>
            </a:p>
          </p:txBody>
        </p:sp>
        <p:sp>
          <p:nvSpPr>
            <p:cNvPr id="31" name="Freeform 35">
              <a:extLst>
                <a:ext uri="{FF2B5EF4-FFF2-40B4-BE49-F238E27FC236}">
                  <a16:creationId xmlns:a16="http://schemas.microsoft.com/office/drawing/2014/main" id="{6F95B647-B7B5-433E-A77A-04C22AF5DCBF}"/>
                </a:ext>
              </a:extLst>
            </p:cNvPr>
            <p:cNvSpPr>
              <a:spLocks/>
            </p:cNvSpPr>
            <p:nvPr/>
          </p:nvSpPr>
          <p:spPr bwMode="auto">
            <a:xfrm>
              <a:off x="1615" y="1878"/>
              <a:ext cx="238" cy="273"/>
            </a:xfrm>
            <a:custGeom>
              <a:avLst/>
              <a:gdLst>
                <a:gd name="T0" fmla="*/ 67 w 238"/>
                <a:gd name="T1" fmla="*/ 0 h 273"/>
                <a:gd name="T2" fmla="*/ 0 w 238"/>
                <a:gd name="T3" fmla="*/ 273 h 273"/>
                <a:gd name="T4" fmla="*/ 238 w 238"/>
                <a:gd name="T5" fmla="*/ 273 h 273"/>
                <a:gd name="T6" fmla="*/ 165 w 238"/>
                <a:gd name="T7" fmla="*/ 0 h 273"/>
                <a:gd name="T8" fmla="*/ 67 w 238"/>
                <a:gd name="T9" fmla="*/ 0 h 273"/>
              </a:gdLst>
              <a:ahLst/>
              <a:cxnLst>
                <a:cxn ang="0">
                  <a:pos x="T0" y="T1"/>
                </a:cxn>
                <a:cxn ang="0">
                  <a:pos x="T2" y="T3"/>
                </a:cxn>
                <a:cxn ang="0">
                  <a:pos x="T4" y="T5"/>
                </a:cxn>
                <a:cxn ang="0">
                  <a:pos x="T6" y="T7"/>
                </a:cxn>
                <a:cxn ang="0">
                  <a:pos x="T8" y="T9"/>
                </a:cxn>
              </a:cxnLst>
              <a:rect l="0" t="0" r="r" b="b"/>
              <a:pathLst>
                <a:path w="238" h="273">
                  <a:moveTo>
                    <a:pt x="67" y="0"/>
                  </a:moveTo>
                  <a:lnTo>
                    <a:pt x="0" y="273"/>
                  </a:lnTo>
                  <a:lnTo>
                    <a:pt x="238" y="273"/>
                  </a:lnTo>
                  <a:lnTo>
                    <a:pt x="165" y="0"/>
                  </a:lnTo>
                  <a:lnTo>
                    <a:pt x="67" y="0"/>
                  </a:lnTo>
                  <a:close/>
                </a:path>
              </a:pathLst>
            </a:custGeom>
            <a:solidFill>
              <a:srgbClr val="95E616"/>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pt-PT"/>
            </a:p>
          </p:txBody>
        </p:sp>
      </p:grpSp>
      <p:grpSp>
        <p:nvGrpSpPr>
          <p:cNvPr id="32" name="Group 12">
            <a:extLst>
              <a:ext uri="{FF2B5EF4-FFF2-40B4-BE49-F238E27FC236}">
                <a16:creationId xmlns:a16="http://schemas.microsoft.com/office/drawing/2014/main" id="{B03705AC-ADA5-4143-92DC-8EE15523316C}"/>
              </a:ext>
            </a:extLst>
          </p:cNvPr>
          <p:cNvGrpSpPr>
            <a:grpSpLocks noChangeAspect="1"/>
          </p:cNvGrpSpPr>
          <p:nvPr userDrawn="1"/>
        </p:nvGrpSpPr>
        <p:grpSpPr bwMode="auto">
          <a:xfrm>
            <a:off x="376729" y="5168264"/>
            <a:ext cx="1288364" cy="1201696"/>
            <a:chOff x="-60" y="-50"/>
            <a:chExt cx="996" cy="929"/>
          </a:xfrm>
        </p:grpSpPr>
        <p:sp>
          <p:nvSpPr>
            <p:cNvPr id="33" name="Freeform 13">
              <a:extLst>
                <a:ext uri="{FF2B5EF4-FFF2-40B4-BE49-F238E27FC236}">
                  <a16:creationId xmlns:a16="http://schemas.microsoft.com/office/drawing/2014/main" id="{9AE3823F-4D56-4BE9-8E66-6870A028182F}"/>
                </a:ext>
              </a:extLst>
            </p:cNvPr>
            <p:cNvSpPr>
              <a:spLocks/>
            </p:cNvSpPr>
            <p:nvPr/>
          </p:nvSpPr>
          <p:spPr bwMode="auto">
            <a:xfrm>
              <a:off x="-60" y="-50"/>
              <a:ext cx="996" cy="929"/>
            </a:xfrm>
            <a:custGeom>
              <a:avLst/>
              <a:gdLst>
                <a:gd name="T0" fmla="*/ 54 w 370"/>
                <a:gd name="T1" fmla="*/ 269 h 345"/>
                <a:gd name="T2" fmla="*/ 89 w 370"/>
                <a:gd name="T3" fmla="*/ 51 h 345"/>
                <a:gd name="T4" fmla="*/ 317 w 370"/>
                <a:gd name="T5" fmla="*/ 83 h 345"/>
                <a:gd name="T6" fmla="*/ 275 w 370"/>
                <a:gd name="T7" fmla="*/ 293 h 345"/>
                <a:gd name="T8" fmla="*/ 54 w 370"/>
                <a:gd name="T9" fmla="*/ 269 h 345"/>
              </a:gdLst>
              <a:ahLst/>
              <a:cxnLst>
                <a:cxn ang="0">
                  <a:pos x="T0" y="T1"/>
                </a:cxn>
                <a:cxn ang="0">
                  <a:pos x="T2" y="T3"/>
                </a:cxn>
                <a:cxn ang="0">
                  <a:pos x="T4" y="T5"/>
                </a:cxn>
                <a:cxn ang="0">
                  <a:pos x="T6" y="T7"/>
                </a:cxn>
                <a:cxn ang="0">
                  <a:pos x="T8" y="T9"/>
                </a:cxn>
              </a:cxnLst>
              <a:rect l="0" t="0" r="r" b="b"/>
              <a:pathLst>
                <a:path w="370" h="345">
                  <a:moveTo>
                    <a:pt x="54" y="269"/>
                  </a:moveTo>
                  <a:cubicBezTo>
                    <a:pt x="0" y="200"/>
                    <a:pt x="16" y="103"/>
                    <a:pt x="89" y="51"/>
                  </a:cubicBezTo>
                  <a:cubicBezTo>
                    <a:pt x="162" y="0"/>
                    <a:pt x="264" y="14"/>
                    <a:pt x="317" y="83"/>
                  </a:cubicBezTo>
                  <a:cubicBezTo>
                    <a:pt x="370" y="152"/>
                    <a:pt x="348" y="242"/>
                    <a:pt x="275" y="293"/>
                  </a:cubicBezTo>
                  <a:cubicBezTo>
                    <a:pt x="203" y="345"/>
                    <a:pt x="107" y="339"/>
                    <a:pt x="54" y="269"/>
                  </a:cubicBezTo>
                </a:path>
              </a:pathLst>
            </a:custGeom>
            <a:solidFill>
              <a:srgbClr val="14596B"/>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pt-PT"/>
            </a:p>
          </p:txBody>
        </p:sp>
        <p:sp>
          <p:nvSpPr>
            <p:cNvPr id="34" name="Freeform 14">
              <a:extLst>
                <a:ext uri="{FF2B5EF4-FFF2-40B4-BE49-F238E27FC236}">
                  <a16:creationId xmlns:a16="http://schemas.microsoft.com/office/drawing/2014/main" id="{DAD44F77-C4A1-47A4-B417-D607A66BF50D}"/>
                </a:ext>
              </a:extLst>
            </p:cNvPr>
            <p:cNvSpPr>
              <a:spLocks/>
            </p:cNvSpPr>
            <p:nvPr/>
          </p:nvSpPr>
          <p:spPr bwMode="auto">
            <a:xfrm>
              <a:off x="287" y="152"/>
              <a:ext cx="296" cy="533"/>
            </a:xfrm>
            <a:custGeom>
              <a:avLst/>
              <a:gdLst>
                <a:gd name="T0" fmla="*/ 78 w 110"/>
                <a:gd name="T1" fmla="*/ 1 h 198"/>
                <a:gd name="T2" fmla="*/ 31 w 110"/>
                <a:gd name="T3" fmla="*/ 2 h 198"/>
                <a:gd name="T4" fmla="*/ 0 w 110"/>
                <a:gd name="T5" fmla="*/ 38 h 198"/>
                <a:gd name="T6" fmla="*/ 0 w 110"/>
                <a:gd name="T7" fmla="*/ 53 h 198"/>
                <a:gd name="T8" fmla="*/ 2 w 110"/>
                <a:gd name="T9" fmla="*/ 193 h 198"/>
                <a:gd name="T10" fmla="*/ 78 w 110"/>
                <a:gd name="T11" fmla="*/ 196 h 198"/>
                <a:gd name="T12" fmla="*/ 110 w 110"/>
                <a:gd name="T13" fmla="*/ 161 h 198"/>
                <a:gd name="T14" fmla="*/ 110 w 110"/>
                <a:gd name="T15" fmla="*/ 29 h 198"/>
                <a:gd name="T16" fmla="*/ 78 w 110"/>
                <a:gd name="T17" fmla="*/ 1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0" h="198">
                  <a:moveTo>
                    <a:pt x="78" y="1"/>
                  </a:moveTo>
                  <a:cubicBezTo>
                    <a:pt x="60" y="0"/>
                    <a:pt x="44" y="1"/>
                    <a:pt x="31" y="2"/>
                  </a:cubicBezTo>
                  <a:cubicBezTo>
                    <a:pt x="6" y="4"/>
                    <a:pt x="0" y="14"/>
                    <a:pt x="0" y="38"/>
                  </a:cubicBezTo>
                  <a:cubicBezTo>
                    <a:pt x="0" y="53"/>
                    <a:pt x="0" y="53"/>
                    <a:pt x="0" y="53"/>
                  </a:cubicBezTo>
                  <a:cubicBezTo>
                    <a:pt x="1" y="77"/>
                    <a:pt x="4" y="166"/>
                    <a:pt x="2" y="193"/>
                  </a:cubicBezTo>
                  <a:cubicBezTo>
                    <a:pt x="9" y="195"/>
                    <a:pt x="54" y="198"/>
                    <a:pt x="78" y="196"/>
                  </a:cubicBezTo>
                  <a:cubicBezTo>
                    <a:pt x="101" y="194"/>
                    <a:pt x="110" y="190"/>
                    <a:pt x="110" y="161"/>
                  </a:cubicBezTo>
                  <a:cubicBezTo>
                    <a:pt x="110" y="29"/>
                    <a:pt x="110" y="29"/>
                    <a:pt x="110" y="29"/>
                  </a:cubicBezTo>
                  <a:cubicBezTo>
                    <a:pt x="110" y="7"/>
                    <a:pt x="103" y="2"/>
                    <a:pt x="78" y="1"/>
                  </a:cubicBezTo>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pt-PT"/>
            </a:p>
          </p:txBody>
        </p:sp>
        <p:sp>
          <p:nvSpPr>
            <p:cNvPr id="35" name="Freeform 15">
              <a:extLst>
                <a:ext uri="{FF2B5EF4-FFF2-40B4-BE49-F238E27FC236}">
                  <a16:creationId xmlns:a16="http://schemas.microsoft.com/office/drawing/2014/main" id="{1AE40BDF-76B3-472C-A714-97A9C9834ABE}"/>
                </a:ext>
              </a:extLst>
            </p:cNvPr>
            <p:cNvSpPr>
              <a:spLocks/>
            </p:cNvSpPr>
            <p:nvPr/>
          </p:nvSpPr>
          <p:spPr bwMode="auto">
            <a:xfrm>
              <a:off x="312" y="203"/>
              <a:ext cx="247" cy="369"/>
            </a:xfrm>
            <a:custGeom>
              <a:avLst/>
              <a:gdLst>
                <a:gd name="T0" fmla="*/ 90 w 92"/>
                <a:gd name="T1" fmla="*/ 137 h 137"/>
                <a:gd name="T2" fmla="*/ 3 w 92"/>
                <a:gd name="T3" fmla="*/ 135 h 137"/>
                <a:gd name="T4" fmla="*/ 2 w 92"/>
                <a:gd name="T5" fmla="*/ 4 h 137"/>
                <a:gd name="T6" fmla="*/ 91 w 92"/>
                <a:gd name="T7" fmla="*/ 2 h 137"/>
                <a:gd name="T8" fmla="*/ 90 w 92"/>
                <a:gd name="T9" fmla="*/ 137 h 137"/>
              </a:gdLst>
              <a:ahLst/>
              <a:cxnLst>
                <a:cxn ang="0">
                  <a:pos x="T0" y="T1"/>
                </a:cxn>
                <a:cxn ang="0">
                  <a:pos x="T2" y="T3"/>
                </a:cxn>
                <a:cxn ang="0">
                  <a:pos x="T4" y="T5"/>
                </a:cxn>
                <a:cxn ang="0">
                  <a:pos x="T6" y="T7"/>
                </a:cxn>
                <a:cxn ang="0">
                  <a:pos x="T8" y="T9"/>
                </a:cxn>
              </a:cxnLst>
              <a:rect l="0" t="0" r="r" b="b"/>
              <a:pathLst>
                <a:path w="92" h="137">
                  <a:moveTo>
                    <a:pt x="90" y="137"/>
                  </a:moveTo>
                  <a:cubicBezTo>
                    <a:pt x="3" y="135"/>
                    <a:pt x="3" y="135"/>
                    <a:pt x="3" y="135"/>
                  </a:cubicBezTo>
                  <a:cubicBezTo>
                    <a:pt x="3" y="135"/>
                    <a:pt x="0" y="49"/>
                    <a:pt x="2" y="4"/>
                  </a:cubicBezTo>
                  <a:cubicBezTo>
                    <a:pt x="29" y="1"/>
                    <a:pt x="65" y="0"/>
                    <a:pt x="91" y="2"/>
                  </a:cubicBezTo>
                  <a:cubicBezTo>
                    <a:pt x="92" y="64"/>
                    <a:pt x="90" y="137"/>
                    <a:pt x="90" y="137"/>
                  </a:cubicBezTo>
                </a:path>
              </a:pathLst>
            </a:custGeom>
            <a:solidFill>
              <a:srgbClr val="00C27A"/>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pt-PT"/>
            </a:p>
          </p:txBody>
        </p:sp>
        <p:sp>
          <p:nvSpPr>
            <p:cNvPr id="36" name="Freeform 16">
              <a:extLst>
                <a:ext uri="{FF2B5EF4-FFF2-40B4-BE49-F238E27FC236}">
                  <a16:creationId xmlns:a16="http://schemas.microsoft.com/office/drawing/2014/main" id="{C9E568C6-E9E9-409D-8041-D5C9C44E705F}"/>
                </a:ext>
              </a:extLst>
            </p:cNvPr>
            <p:cNvSpPr>
              <a:spLocks/>
            </p:cNvSpPr>
            <p:nvPr/>
          </p:nvSpPr>
          <p:spPr bwMode="auto">
            <a:xfrm>
              <a:off x="411" y="596"/>
              <a:ext cx="49" cy="54"/>
            </a:xfrm>
            <a:custGeom>
              <a:avLst/>
              <a:gdLst>
                <a:gd name="T0" fmla="*/ 10 w 18"/>
                <a:gd name="T1" fmla="*/ 19 h 20"/>
                <a:gd name="T2" fmla="*/ 18 w 18"/>
                <a:gd name="T3" fmla="*/ 9 h 20"/>
                <a:gd name="T4" fmla="*/ 9 w 18"/>
                <a:gd name="T5" fmla="*/ 0 h 20"/>
                <a:gd name="T6" fmla="*/ 0 w 18"/>
                <a:gd name="T7" fmla="*/ 10 h 20"/>
                <a:gd name="T8" fmla="*/ 10 w 18"/>
                <a:gd name="T9" fmla="*/ 19 h 20"/>
              </a:gdLst>
              <a:ahLst/>
              <a:cxnLst>
                <a:cxn ang="0">
                  <a:pos x="T0" y="T1"/>
                </a:cxn>
                <a:cxn ang="0">
                  <a:pos x="T2" y="T3"/>
                </a:cxn>
                <a:cxn ang="0">
                  <a:pos x="T4" y="T5"/>
                </a:cxn>
                <a:cxn ang="0">
                  <a:pos x="T6" y="T7"/>
                </a:cxn>
                <a:cxn ang="0">
                  <a:pos x="T8" y="T9"/>
                </a:cxn>
              </a:cxnLst>
              <a:rect l="0" t="0" r="r" b="b"/>
              <a:pathLst>
                <a:path w="18" h="20">
                  <a:moveTo>
                    <a:pt x="10" y="19"/>
                  </a:moveTo>
                  <a:cubicBezTo>
                    <a:pt x="15" y="19"/>
                    <a:pt x="18" y="14"/>
                    <a:pt x="18" y="9"/>
                  </a:cubicBezTo>
                  <a:cubicBezTo>
                    <a:pt x="18" y="4"/>
                    <a:pt x="14" y="0"/>
                    <a:pt x="9" y="0"/>
                  </a:cubicBezTo>
                  <a:cubicBezTo>
                    <a:pt x="4" y="1"/>
                    <a:pt x="0" y="5"/>
                    <a:pt x="0" y="10"/>
                  </a:cubicBezTo>
                  <a:cubicBezTo>
                    <a:pt x="0" y="16"/>
                    <a:pt x="4" y="20"/>
                    <a:pt x="10" y="19"/>
                  </a:cubicBezTo>
                </a:path>
              </a:pathLst>
            </a:custGeom>
            <a:solidFill>
              <a:srgbClr val="95E616"/>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pt-PT"/>
            </a:p>
          </p:txBody>
        </p:sp>
      </p:grpSp>
    </p:spTree>
    <p:extLst>
      <p:ext uri="{BB962C8B-B14F-4D97-AF65-F5344CB8AC3E}">
        <p14:creationId xmlns:p14="http://schemas.microsoft.com/office/powerpoint/2010/main" val="151340615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4 Pie Charts ">
    <p:bg>
      <p:bgRef idx="1001">
        <a:schemeClr val="bg1"/>
      </p:bgRef>
    </p:bg>
    <p:spTree>
      <p:nvGrpSpPr>
        <p:cNvPr id="1" name=""/>
        <p:cNvGrpSpPr/>
        <p:nvPr/>
      </p:nvGrpSpPr>
      <p:grpSpPr>
        <a:xfrm>
          <a:off x="0" y="0"/>
          <a:ext cx="0" cy="0"/>
          <a:chOff x="0" y="0"/>
          <a:chExt cx="0" cy="0"/>
        </a:xfrm>
      </p:grpSpPr>
      <p:sp>
        <p:nvSpPr>
          <p:cNvPr id="45" name="Rectangle 44">
            <a:extLst>
              <a:ext uri="{FF2B5EF4-FFF2-40B4-BE49-F238E27FC236}">
                <a16:creationId xmlns:a16="http://schemas.microsoft.com/office/drawing/2014/main" id="{55C88D47-86DF-4336-A768-786DBD0060C8}"/>
              </a:ext>
            </a:extLst>
          </p:cNvPr>
          <p:cNvSpPr/>
          <p:nvPr userDrawn="1"/>
        </p:nvSpPr>
        <p:spPr>
          <a:xfrm>
            <a:off x="0" y="1773238"/>
            <a:ext cx="12192000" cy="3023914"/>
          </a:xfrm>
          <a:prstGeom prst="rect">
            <a:avLst/>
          </a:prstGeom>
          <a:solidFill>
            <a:srgbClr val="E6E7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38" name="Chart Placeholder 29">
            <a:extLst>
              <a:ext uri="{FF2B5EF4-FFF2-40B4-BE49-F238E27FC236}">
                <a16:creationId xmlns:a16="http://schemas.microsoft.com/office/drawing/2014/main" id="{6F232C89-BD5F-4CA7-A3AA-F6F1576CFE6E}"/>
              </a:ext>
            </a:extLst>
          </p:cNvPr>
          <p:cNvSpPr>
            <a:spLocks noGrp="1"/>
          </p:cNvSpPr>
          <p:nvPr>
            <p:ph type="chart" sz="quarter" idx="39"/>
          </p:nvPr>
        </p:nvSpPr>
        <p:spPr>
          <a:xfrm>
            <a:off x="6601524" y="2032333"/>
            <a:ext cx="1728192" cy="1617453"/>
          </a:xfrm>
          <a:prstGeom prst="rect">
            <a:avLst/>
          </a:prstGeom>
        </p:spPr>
        <p:txBody>
          <a:bodyPr anchor="ctr"/>
          <a:lstStyle>
            <a:lvl1pPr algn="ctr">
              <a:defRPr/>
            </a:lvl1pPr>
          </a:lstStyle>
          <a:p>
            <a:endParaRPr lang="pt-PT" dirty="0"/>
          </a:p>
        </p:txBody>
      </p:sp>
      <p:sp>
        <p:nvSpPr>
          <p:cNvPr id="33" name="Text Placeholder 7">
            <a:extLst>
              <a:ext uri="{FF2B5EF4-FFF2-40B4-BE49-F238E27FC236}">
                <a16:creationId xmlns:a16="http://schemas.microsoft.com/office/drawing/2014/main" id="{D9223961-F190-4765-ADD3-748B8A88C5A4}"/>
              </a:ext>
            </a:extLst>
          </p:cNvPr>
          <p:cNvSpPr>
            <a:spLocks noGrp="1"/>
          </p:cNvSpPr>
          <p:nvPr>
            <p:ph type="body" sz="quarter" idx="34" hasCustomPrompt="1"/>
          </p:nvPr>
        </p:nvSpPr>
        <p:spPr>
          <a:xfrm>
            <a:off x="911424" y="3717032"/>
            <a:ext cx="2376264" cy="720080"/>
          </a:xfrm>
          <a:prstGeom prst="rect">
            <a:avLst/>
          </a:prstGeom>
        </p:spPr>
        <p:txBody>
          <a:bodyPr>
            <a:noAutofit/>
          </a:bodyPr>
          <a:lstStyle>
            <a:lvl1pPr algn="ctr">
              <a:lnSpc>
                <a:spcPts val="1400"/>
              </a:lnSpc>
              <a:spcBef>
                <a:spcPts val="600"/>
              </a:spcBef>
              <a:defRPr sz="1200"/>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dirty="0"/>
              <a:t>Click to insert text</a:t>
            </a:r>
          </a:p>
        </p:txBody>
      </p:sp>
      <p:sp>
        <p:nvSpPr>
          <p:cNvPr id="30" name="Chart Placeholder 29">
            <a:extLst>
              <a:ext uri="{FF2B5EF4-FFF2-40B4-BE49-F238E27FC236}">
                <a16:creationId xmlns:a16="http://schemas.microsoft.com/office/drawing/2014/main" id="{667CB86F-C1D1-4D9A-BBD9-57EF8C95B524}"/>
              </a:ext>
            </a:extLst>
          </p:cNvPr>
          <p:cNvSpPr>
            <a:spLocks noGrp="1"/>
          </p:cNvSpPr>
          <p:nvPr userDrawn="1">
            <p:ph type="chart" sz="quarter" idx="10"/>
          </p:nvPr>
        </p:nvSpPr>
        <p:spPr>
          <a:xfrm>
            <a:off x="1235460" y="2027570"/>
            <a:ext cx="1728192" cy="1617453"/>
          </a:xfrm>
          <a:prstGeom prst="rect">
            <a:avLst/>
          </a:prstGeom>
        </p:spPr>
        <p:txBody>
          <a:bodyPr anchor="ctr"/>
          <a:lstStyle>
            <a:lvl1pPr algn="ctr">
              <a:defRPr/>
            </a:lvl1pPr>
          </a:lstStyle>
          <a:p>
            <a:endParaRPr lang="pt-PT" dirty="0"/>
          </a:p>
        </p:txBody>
      </p:sp>
      <p:sp>
        <p:nvSpPr>
          <p:cNvPr id="32" name="Text Placeholder 31">
            <a:extLst>
              <a:ext uri="{FF2B5EF4-FFF2-40B4-BE49-F238E27FC236}">
                <a16:creationId xmlns:a16="http://schemas.microsoft.com/office/drawing/2014/main" id="{B1204F05-191D-4ACA-AADF-FB43F1F07D83}"/>
              </a:ext>
            </a:extLst>
          </p:cNvPr>
          <p:cNvSpPr>
            <a:spLocks noGrp="1"/>
          </p:cNvSpPr>
          <p:nvPr userDrawn="1">
            <p:ph type="body" sz="quarter" idx="11" hasCustomPrompt="1"/>
          </p:nvPr>
        </p:nvSpPr>
        <p:spPr>
          <a:xfrm>
            <a:off x="1702767" y="2708275"/>
            <a:ext cx="864842" cy="314325"/>
          </a:xfrm>
          <a:prstGeom prst="rect">
            <a:avLst/>
          </a:prstGeom>
        </p:spPr>
        <p:txBody>
          <a:bodyPr anchor="ctr">
            <a:noAutofit/>
          </a:bodyPr>
          <a:lstStyle>
            <a:lvl1pPr algn="ctr">
              <a:defRPr sz="1600" b="1"/>
            </a:lvl1pPr>
          </a:lstStyle>
          <a:p>
            <a:pPr lvl="0"/>
            <a:r>
              <a:rPr lang="pt-PT" dirty="0"/>
              <a:t>XX%</a:t>
            </a:r>
          </a:p>
        </p:txBody>
      </p:sp>
      <p:sp>
        <p:nvSpPr>
          <p:cNvPr id="34" name="Text Placeholder 7">
            <a:extLst>
              <a:ext uri="{FF2B5EF4-FFF2-40B4-BE49-F238E27FC236}">
                <a16:creationId xmlns:a16="http://schemas.microsoft.com/office/drawing/2014/main" id="{3F48228B-C831-497E-A26D-61A81F63E42B}"/>
              </a:ext>
            </a:extLst>
          </p:cNvPr>
          <p:cNvSpPr>
            <a:spLocks noGrp="1"/>
          </p:cNvSpPr>
          <p:nvPr userDrawn="1">
            <p:ph type="body" sz="quarter" idx="35" hasCustomPrompt="1"/>
          </p:nvPr>
        </p:nvSpPr>
        <p:spPr>
          <a:xfrm>
            <a:off x="3594456" y="3717032"/>
            <a:ext cx="2376264" cy="720080"/>
          </a:xfrm>
          <a:prstGeom prst="rect">
            <a:avLst/>
          </a:prstGeom>
        </p:spPr>
        <p:txBody>
          <a:bodyPr>
            <a:noAutofit/>
          </a:bodyPr>
          <a:lstStyle>
            <a:lvl1pPr algn="ctr">
              <a:lnSpc>
                <a:spcPts val="1400"/>
              </a:lnSpc>
              <a:spcBef>
                <a:spcPts val="600"/>
              </a:spcBef>
              <a:defRPr sz="1200"/>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dirty="0"/>
              <a:t>Click to insert text</a:t>
            </a:r>
          </a:p>
        </p:txBody>
      </p:sp>
      <p:sp>
        <p:nvSpPr>
          <p:cNvPr id="35" name="Chart Placeholder 29">
            <a:extLst>
              <a:ext uri="{FF2B5EF4-FFF2-40B4-BE49-F238E27FC236}">
                <a16:creationId xmlns:a16="http://schemas.microsoft.com/office/drawing/2014/main" id="{D061EF55-20AF-4182-B722-C227F72A880B}"/>
              </a:ext>
            </a:extLst>
          </p:cNvPr>
          <p:cNvSpPr>
            <a:spLocks noGrp="1"/>
          </p:cNvSpPr>
          <p:nvPr userDrawn="1">
            <p:ph type="chart" sz="quarter" idx="36"/>
          </p:nvPr>
        </p:nvSpPr>
        <p:spPr>
          <a:xfrm>
            <a:off x="3918492" y="2027570"/>
            <a:ext cx="1728192" cy="1617453"/>
          </a:xfrm>
          <a:prstGeom prst="rect">
            <a:avLst/>
          </a:prstGeom>
        </p:spPr>
        <p:txBody>
          <a:bodyPr anchor="ctr"/>
          <a:lstStyle>
            <a:lvl1pPr algn="ctr">
              <a:defRPr/>
            </a:lvl1pPr>
          </a:lstStyle>
          <a:p>
            <a:endParaRPr lang="pt-PT" dirty="0"/>
          </a:p>
        </p:txBody>
      </p:sp>
      <p:sp>
        <p:nvSpPr>
          <p:cNvPr id="36" name="Text Placeholder 31">
            <a:extLst>
              <a:ext uri="{FF2B5EF4-FFF2-40B4-BE49-F238E27FC236}">
                <a16:creationId xmlns:a16="http://schemas.microsoft.com/office/drawing/2014/main" id="{E682B04D-D1A2-4B73-BDB4-D4FBD2A9BEF1}"/>
              </a:ext>
            </a:extLst>
          </p:cNvPr>
          <p:cNvSpPr>
            <a:spLocks noGrp="1"/>
          </p:cNvSpPr>
          <p:nvPr userDrawn="1">
            <p:ph type="body" sz="quarter" idx="37" hasCustomPrompt="1"/>
          </p:nvPr>
        </p:nvSpPr>
        <p:spPr>
          <a:xfrm>
            <a:off x="4379763" y="2708275"/>
            <a:ext cx="864842" cy="314325"/>
          </a:xfrm>
          <a:prstGeom prst="rect">
            <a:avLst/>
          </a:prstGeom>
        </p:spPr>
        <p:txBody>
          <a:bodyPr anchor="ctr">
            <a:noAutofit/>
          </a:bodyPr>
          <a:lstStyle>
            <a:lvl1pPr algn="ctr">
              <a:defRPr sz="1600" b="1"/>
            </a:lvl1pPr>
          </a:lstStyle>
          <a:p>
            <a:pPr lvl="0"/>
            <a:r>
              <a:rPr lang="pt-PT" dirty="0"/>
              <a:t>XX%</a:t>
            </a:r>
          </a:p>
        </p:txBody>
      </p:sp>
      <p:sp>
        <p:nvSpPr>
          <p:cNvPr id="37" name="Text Placeholder 7">
            <a:extLst>
              <a:ext uri="{FF2B5EF4-FFF2-40B4-BE49-F238E27FC236}">
                <a16:creationId xmlns:a16="http://schemas.microsoft.com/office/drawing/2014/main" id="{3C81FA68-C8C6-4011-8666-EF35E85DCC96}"/>
              </a:ext>
            </a:extLst>
          </p:cNvPr>
          <p:cNvSpPr>
            <a:spLocks noGrp="1"/>
          </p:cNvSpPr>
          <p:nvPr userDrawn="1">
            <p:ph type="body" sz="quarter" idx="38" hasCustomPrompt="1"/>
          </p:nvPr>
        </p:nvSpPr>
        <p:spPr>
          <a:xfrm>
            <a:off x="6277488" y="3717032"/>
            <a:ext cx="2376264" cy="720080"/>
          </a:xfrm>
          <a:prstGeom prst="rect">
            <a:avLst/>
          </a:prstGeom>
        </p:spPr>
        <p:txBody>
          <a:bodyPr>
            <a:noAutofit/>
          </a:bodyPr>
          <a:lstStyle>
            <a:lvl1pPr algn="ctr">
              <a:lnSpc>
                <a:spcPts val="1400"/>
              </a:lnSpc>
              <a:spcBef>
                <a:spcPts val="600"/>
              </a:spcBef>
              <a:defRPr sz="1200"/>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dirty="0"/>
              <a:t>Click to insert text</a:t>
            </a:r>
          </a:p>
        </p:txBody>
      </p:sp>
      <p:sp>
        <p:nvSpPr>
          <p:cNvPr id="39" name="Text Placeholder 31">
            <a:extLst>
              <a:ext uri="{FF2B5EF4-FFF2-40B4-BE49-F238E27FC236}">
                <a16:creationId xmlns:a16="http://schemas.microsoft.com/office/drawing/2014/main" id="{9EF5179D-59B1-44D7-BC86-E8A77DCFF84C}"/>
              </a:ext>
            </a:extLst>
          </p:cNvPr>
          <p:cNvSpPr>
            <a:spLocks noGrp="1"/>
          </p:cNvSpPr>
          <p:nvPr userDrawn="1">
            <p:ph type="body" sz="quarter" idx="40" hasCustomPrompt="1"/>
          </p:nvPr>
        </p:nvSpPr>
        <p:spPr>
          <a:xfrm>
            <a:off x="7046763" y="2708275"/>
            <a:ext cx="864842" cy="314325"/>
          </a:xfrm>
          <a:prstGeom prst="rect">
            <a:avLst/>
          </a:prstGeom>
        </p:spPr>
        <p:txBody>
          <a:bodyPr anchor="ctr">
            <a:noAutofit/>
          </a:bodyPr>
          <a:lstStyle>
            <a:lvl1pPr algn="ctr">
              <a:defRPr sz="1600" b="1"/>
            </a:lvl1pPr>
          </a:lstStyle>
          <a:p>
            <a:pPr lvl="0"/>
            <a:r>
              <a:rPr lang="pt-PT" dirty="0"/>
              <a:t>XX%</a:t>
            </a:r>
          </a:p>
        </p:txBody>
      </p:sp>
      <p:sp>
        <p:nvSpPr>
          <p:cNvPr id="40" name="Chart Placeholder 29">
            <a:extLst>
              <a:ext uri="{FF2B5EF4-FFF2-40B4-BE49-F238E27FC236}">
                <a16:creationId xmlns:a16="http://schemas.microsoft.com/office/drawing/2014/main" id="{D076F0C2-9B62-4C55-88BD-5D8F3A4066E8}"/>
              </a:ext>
            </a:extLst>
          </p:cNvPr>
          <p:cNvSpPr>
            <a:spLocks noGrp="1"/>
          </p:cNvSpPr>
          <p:nvPr userDrawn="1">
            <p:ph type="chart" sz="quarter" idx="41"/>
          </p:nvPr>
        </p:nvSpPr>
        <p:spPr>
          <a:xfrm>
            <a:off x="9284556" y="2032333"/>
            <a:ext cx="1728192" cy="1617453"/>
          </a:xfrm>
          <a:prstGeom prst="rect">
            <a:avLst/>
          </a:prstGeom>
        </p:spPr>
        <p:txBody>
          <a:bodyPr anchor="ctr"/>
          <a:lstStyle>
            <a:lvl1pPr algn="ctr">
              <a:defRPr/>
            </a:lvl1pPr>
          </a:lstStyle>
          <a:p>
            <a:endParaRPr lang="pt-PT" dirty="0"/>
          </a:p>
        </p:txBody>
      </p:sp>
      <p:sp>
        <p:nvSpPr>
          <p:cNvPr id="41" name="Text Placeholder 7">
            <a:extLst>
              <a:ext uri="{FF2B5EF4-FFF2-40B4-BE49-F238E27FC236}">
                <a16:creationId xmlns:a16="http://schemas.microsoft.com/office/drawing/2014/main" id="{E7590D3D-14BD-4608-AB95-0952261EAA1C}"/>
              </a:ext>
            </a:extLst>
          </p:cNvPr>
          <p:cNvSpPr>
            <a:spLocks noGrp="1"/>
          </p:cNvSpPr>
          <p:nvPr userDrawn="1">
            <p:ph type="body" sz="quarter" idx="42" hasCustomPrompt="1"/>
          </p:nvPr>
        </p:nvSpPr>
        <p:spPr>
          <a:xfrm>
            <a:off x="8960520" y="3717032"/>
            <a:ext cx="2376264" cy="720080"/>
          </a:xfrm>
          <a:prstGeom prst="rect">
            <a:avLst/>
          </a:prstGeom>
        </p:spPr>
        <p:txBody>
          <a:bodyPr>
            <a:noAutofit/>
          </a:bodyPr>
          <a:lstStyle>
            <a:lvl1pPr algn="ctr">
              <a:lnSpc>
                <a:spcPts val="1400"/>
              </a:lnSpc>
              <a:spcBef>
                <a:spcPts val="600"/>
              </a:spcBef>
              <a:defRPr sz="1200"/>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dirty="0"/>
              <a:t>Click to insert text</a:t>
            </a:r>
          </a:p>
        </p:txBody>
      </p:sp>
      <p:sp>
        <p:nvSpPr>
          <p:cNvPr id="42" name="Text Placeholder 31">
            <a:extLst>
              <a:ext uri="{FF2B5EF4-FFF2-40B4-BE49-F238E27FC236}">
                <a16:creationId xmlns:a16="http://schemas.microsoft.com/office/drawing/2014/main" id="{93DCB675-62E7-4926-98A4-F120ABA92EBF}"/>
              </a:ext>
            </a:extLst>
          </p:cNvPr>
          <p:cNvSpPr>
            <a:spLocks noGrp="1"/>
          </p:cNvSpPr>
          <p:nvPr userDrawn="1">
            <p:ph type="body" sz="quarter" idx="43" hasCustomPrompt="1"/>
          </p:nvPr>
        </p:nvSpPr>
        <p:spPr>
          <a:xfrm>
            <a:off x="9751863" y="2708275"/>
            <a:ext cx="864842" cy="314325"/>
          </a:xfrm>
          <a:prstGeom prst="rect">
            <a:avLst/>
          </a:prstGeom>
        </p:spPr>
        <p:txBody>
          <a:bodyPr anchor="ctr">
            <a:noAutofit/>
          </a:bodyPr>
          <a:lstStyle>
            <a:lvl1pPr algn="ctr">
              <a:defRPr sz="1600" b="1"/>
            </a:lvl1pPr>
          </a:lstStyle>
          <a:p>
            <a:pPr lvl="0"/>
            <a:r>
              <a:rPr lang="pt-PT" dirty="0"/>
              <a:t>XX%</a:t>
            </a:r>
          </a:p>
        </p:txBody>
      </p:sp>
      <p:sp>
        <p:nvSpPr>
          <p:cNvPr id="43" name="Text Placeholder 7">
            <a:extLst>
              <a:ext uri="{FF2B5EF4-FFF2-40B4-BE49-F238E27FC236}">
                <a16:creationId xmlns:a16="http://schemas.microsoft.com/office/drawing/2014/main" id="{C70FC002-22B1-4B43-A640-05B3543D2B31}"/>
              </a:ext>
            </a:extLst>
          </p:cNvPr>
          <p:cNvSpPr>
            <a:spLocks noGrp="1"/>
          </p:cNvSpPr>
          <p:nvPr userDrawn="1">
            <p:ph type="body" sz="quarter" idx="44" hasCustomPrompt="1"/>
          </p:nvPr>
        </p:nvSpPr>
        <p:spPr>
          <a:xfrm>
            <a:off x="1127448" y="5308653"/>
            <a:ext cx="1656184" cy="576064"/>
          </a:xfrm>
          <a:prstGeom prst="rect">
            <a:avLst/>
          </a:prstGeom>
        </p:spPr>
        <p:txBody>
          <a:bodyPr anchor="ctr">
            <a:noAutofit/>
          </a:bodyPr>
          <a:lstStyle>
            <a:lvl1pPr algn="ctr">
              <a:lnSpc>
                <a:spcPts val="3200"/>
              </a:lnSpc>
              <a:defRPr sz="2800" b="1">
                <a:solidFill>
                  <a:srgbClr val="2B0A3D"/>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dirty="0"/>
              <a:t>xx%</a:t>
            </a:r>
          </a:p>
        </p:txBody>
      </p:sp>
      <p:sp>
        <p:nvSpPr>
          <p:cNvPr id="44" name="Text Placeholder 7">
            <a:extLst>
              <a:ext uri="{FF2B5EF4-FFF2-40B4-BE49-F238E27FC236}">
                <a16:creationId xmlns:a16="http://schemas.microsoft.com/office/drawing/2014/main" id="{8E1CE648-2FAE-4439-A1A4-5BE3863514F4}"/>
              </a:ext>
            </a:extLst>
          </p:cNvPr>
          <p:cNvSpPr>
            <a:spLocks noGrp="1"/>
          </p:cNvSpPr>
          <p:nvPr>
            <p:ph type="body" sz="quarter" idx="45" hasCustomPrompt="1"/>
          </p:nvPr>
        </p:nvSpPr>
        <p:spPr>
          <a:xfrm>
            <a:off x="2883395" y="5163112"/>
            <a:ext cx="8399412" cy="867147"/>
          </a:xfrm>
          <a:prstGeom prst="rect">
            <a:avLst/>
          </a:prstGeom>
        </p:spPr>
        <p:txBody>
          <a:bodyPr anchor="ctr">
            <a:noAutofit/>
          </a:bodyPr>
          <a:lstStyle>
            <a:lvl1pPr algn="l">
              <a:lnSpc>
                <a:spcPts val="1800"/>
              </a:lnSpc>
              <a:spcBef>
                <a:spcPts val="600"/>
              </a:spcBef>
              <a:defRPr sz="1600"/>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dirty="0"/>
              <a:t>Click to insert text</a:t>
            </a:r>
          </a:p>
        </p:txBody>
      </p:sp>
      <p:sp>
        <p:nvSpPr>
          <p:cNvPr id="18"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407988" y="404813"/>
            <a:ext cx="11016604" cy="863600"/>
          </a:xfrm>
          <a:prstGeom prst="rect">
            <a:avLst/>
          </a:prstGeom>
        </p:spPr>
        <p:txBody>
          <a:bodyPr vert="horz" lIns="0" tIns="0" rIns="0" bIns="0" rtlCol="0" anchor="t">
            <a:normAutofit/>
          </a:bodyPr>
          <a:lstStyle>
            <a:lvl1pPr>
              <a:defRPr lang="pt-PT" dirty="0"/>
            </a:lvl1pPr>
          </a:lstStyle>
          <a:p>
            <a:pPr lvl="0">
              <a:lnSpc>
                <a:spcPts val="3000"/>
              </a:lnSpc>
            </a:pPr>
            <a:r>
              <a:rPr lang="en-US" dirty="0"/>
              <a:t>Click to add title</a:t>
            </a:r>
            <a:endParaRPr lang="pt-PT" dirty="0"/>
          </a:p>
        </p:txBody>
      </p:sp>
      <p:sp>
        <p:nvSpPr>
          <p:cNvPr id="20" name="Retângulo 43">
            <a:extLst>
              <a:ext uri="{FF2B5EF4-FFF2-40B4-BE49-F238E27FC236}">
                <a16:creationId xmlns:a16="http://schemas.microsoft.com/office/drawing/2014/main" id="{25FC8637-25BD-4C09-AF25-56B4243DAB3D}"/>
              </a:ext>
            </a:extLst>
          </p:cNvPr>
          <p:cNvSpPr/>
          <p:nvPr userDrawn="1"/>
        </p:nvSpPr>
        <p:spPr>
          <a:xfrm>
            <a:off x="11784013" y="6555758"/>
            <a:ext cx="242375" cy="215444"/>
          </a:xfrm>
          <a:prstGeom prst="rect">
            <a:avLst/>
          </a:prstGeom>
        </p:spPr>
        <p:txBody>
          <a:bodyPr wrap="none">
            <a:spAutoFit/>
          </a:bodyPr>
          <a:lstStyle/>
          <a:p>
            <a:pPr algn="r"/>
            <a:fld id="{0502E5A9-B53C-401E-A0E0-4A359BB0A9E5}" type="slidenum">
              <a:rPr lang="en-US" sz="800" smtClean="0">
                <a:solidFill>
                  <a:prstClr val="black">
                    <a:lumMod val="50000"/>
                    <a:lumOff val="50000"/>
                  </a:prstClr>
                </a:solidFill>
                <a:cs typeface="Arial" panose="020B0604020202020204" pitchFamily="34" charset="0"/>
              </a:rPr>
              <a:t>‹#›</a:t>
            </a:fld>
            <a:endParaRPr lang="en-US" sz="800" dirty="0">
              <a:solidFill>
                <a:prstClr val="black">
                  <a:lumMod val="50000"/>
                  <a:lumOff val="50000"/>
                </a:prstClr>
              </a:solidFill>
              <a:cs typeface="Arial" panose="020B0604020202020204" pitchFamily="34" charset="0"/>
            </a:endParaRPr>
          </a:p>
        </p:txBody>
      </p:sp>
      <p:cxnSp>
        <p:nvCxnSpPr>
          <p:cNvPr id="21"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3283674"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22" name="Rectangle 27">
            <a:hlinkClick r:id="rId2"/>
            <a:extLst>
              <a:ext uri="{FF2B5EF4-FFF2-40B4-BE49-F238E27FC236}">
                <a16:creationId xmlns:a16="http://schemas.microsoft.com/office/drawing/2014/main" id="{F376ABD1-4930-42EB-9A73-9A9C7C6BF2D3}"/>
              </a:ext>
            </a:extLst>
          </p:cNvPr>
          <p:cNvSpPr/>
          <p:nvPr userDrawn="1"/>
        </p:nvSpPr>
        <p:spPr>
          <a:xfrm>
            <a:off x="407988" y="6555971"/>
            <a:ext cx="2829007" cy="219456"/>
          </a:xfrm>
          <a:prstGeom prst="rect">
            <a:avLst/>
          </a:prstGeom>
        </p:spPr>
        <p:txBody>
          <a:bodyPr wrap="square" lIns="0" tIns="0" rIns="0" bIns="0" anchor="ctr" anchorCtr="0">
            <a:noAutofit/>
          </a:bodyPr>
          <a:lstStyle/>
          <a:p>
            <a:pPr lvl="0" algn="l" defTabSz="914400">
              <a:lnSpc>
                <a:spcPct val="85000"/>
              </a:lnSpc>
              <a:defRPr/>
            </a:pPr>
            <a:r>
              <a:rPr lang="en-US" sz="800" kern="0" dirty="0">
                <a:solidFill>
                  <a:srgbClr val="00458D"/>
                </a:solidFill>
                <a:latin typeface="+mj-lt"/>
                <a:cs typeface="Arial" panose="020B0604020202020204" pitchFamily="34" charset="0"/>
              </a:rPr>
              <a:t>Presentation Title | Author | Date</a:t>
            </a:r>
          </a:p>
        </p:txBody>
      </p:sp>
      <p:sp>
        <p:nvSpPr>
          <p:cNvPr id="23" name="Retângulo 43">
            <a:extLst>
              <a:ext uri="{FF2B5EF4-FFF2-40B4-BE49-F238E27FC236}">
                <a16:creationId xmlns:a16="http://schemas.microsoft.com/office/drawing/2014/main" id="{834ADCB4-BFB1-450D-8F6D-64217F4CD92C}"/>
              </a:ext>
            </a:extLst>
          </p:cNvPr>
          <p:cNvSpPr/>
          <p:nvPr userDrawn="1"/>
        </p:nvSpPr>
        <p:spPr>
          <a:xfrm>
            <a:off x="3411379" y="6555758"/>
            <a:ext cx="2223686" cy="219456"/>
          </a:xfrm>
          <a:prstGeom prst="rect">
            <a:avLst/>
          </a:prstGeom>
        </p:spPr>
        <p:txBody>
          <a:bodyPr wrap="none" lIns="0" tIns="0" rIns="0" bIns="0" anchor="ctr">
            <a:noAutofit/>
          </a:bodyPr>
          <a:lstStyle/>
          <a:p>
            <a:pPr algn="l"/>
            <a:r>
              <a:rPr lang="en-US" sz="800" dirty="0">
                <a:solidFill>
                  <a:schemeClr val="bg2">
                    <a:lumMod val="50000"/>
                  </a:schemeClr>
                </a:solidFill>
                <a:cs typeface="Arial" panose="020B0604020202020204" pitchFamily="34" charset="0"/>
              </a:rPr>
              <a:t>© 2017 Capgemini. All rights reserved.</a:t>
            </a:r>
          </a:p>
        </p:txBody>
      </p:sp>
    </p:spTree>
    <p:extLst>
      <p:ext uri="{BB962C8B-B14F-4D97-AF65-F5344CB8AC3E}">
        <p14:creationId xmlns:p14="http://schemas.microsoft.com/office/powerpoint/2010/main" val="3561193464"/>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3 columns">
    <p:bg>
      <p:bgRef idx="1001">
        <a:schemeClr val="bg1"/>
      </p:bgRef>
    </p:bg>
    <p:spTree>
      <p:nvGrpSpPr>
        <p:cNvPr id="1" name=""/>
        <p:cNvGrpSpPr/>
        <p:nvPr/>
      </p:nvGrpSpPr>
      <p:grpSpPr>
        <a:xfrm>
          <a:off x="0" y="0"/>
          <a:ext cx="0" cy="0"/>
          <a:chOff x="0" y="0"/>
          <a:chExt cx="0" cy="0"/>
        </a:xfrm>
      </p:grpSpPr>
      <p:pic>
        <p:nvPicPr>
          <p:cNvPr id="20" name="Graphic 19">
            <a:extLst>
              <a:ext uri="{FF2B5EF4-FFF2-40B4-BE49-F238E27FC236}">
                <a16:creationId xmlns:a16="http://schemas.microsoft.com/office/drawing/2014/main" id="{F28BC1D5-366F-454F-B964-C24C1497914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6200000">
            <a:off x="8823521" y="-1667562"/>
            <a:ext cx="1706401" cy="5030555"/>
          </a:xfrm>
          <a:prstGeom prst="rect">
            <a:avLst/>
          </a:prstGeom>
        </p:spPr>
      </p:pic>
      <p:sp>
        <p:nvSpPr>
          <p:cNvPr id="4" name="Rectangle 3">
            <a:extLst>
              <a:ext uri="{FF2B5EF4-FFF2-40B4-BE49-F238E27FC236}">
                <a16:creationId xmlns:a16="http://schemas.microsoft.com/office/drawing/2014/main" id="{9653C8D1-E525-4A1D-BA42-B310FCE0AA96}"/>
              </a:ext>
            </a:extLst>
          </p:cNvPr>
          <p:cNvSpPr/>
          <p:nvPr userDrawn="1"/>
        </p:nvSpPr>
        <p:spPr>
          <a:xfrm>
            <a:off x="407988"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5" name="Rectangle 4">
            <a:extLst>
              <a:ext uri="{FF2B5EF4-FFF2-40B4-BE49-F238E27FC236}">
                <a16:creationId xmlns:a16="http://schemas.microsoft.com/office/drawing/2014/main" id="{5D624820-6891-4116-9EE3-E6D3B41D5557}"/>
              </a:ext>
            </a:extLst>
          </p:cNvPr>
          <p:cNvSpPr/>
          <p:nvPr userDrawn="1"/>
        </p:nvSpPr>
        <p:spPr>
          <a:xfrm>
            <a:off x="4333875"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6" name="Rectangle 5">
            <a:extLst>
              <a:ext uri="{FF2B5EF4-FFF2-40B4-BE49-F238E27FC236}">
                <a16:creationId xmlns:a16="http://schemas.microsoft.com/office/drawing/2014/main" id="{4ED1E18D-CB5A-40D2-9E0C-21B1DC24C582}"/>
              </a:ext>
            </a:extLst>
          </p:cNvPr>
          <p:cNvSpPr/>
          <p:nvPr userDrawn="1"/>
        </p:nvSpPr>
        <p:spPr>
          <a:xfrm>
            <a:off x="8259763" y="2406300"/>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31" name="Text Placeholder 4">
            <a:extLst>
              <a:ext uri="{FF2B5EF4-FFF2-40B4-BE49-F238E27FC236}">
                <a16:creationId xmlns:a16="http://schemas.microsoft.com/office/drawing/2014/main" id="{5714BE43-18D4-460E-A270-8F2FA1EB1FE6}"/>
              </a:ext>
            </a:extLst>
          </p:cNvPr>
          <p:cNvSpPr>
            <a:spLocks noGrp="1"/>
          </p:cNvSpPr>
          <p:nvPr>
            <p:ph type="body" sz="quarter" idx="13" hasCustomPrompt="1"/>
          </p:nvPr>
        </p:nvSpPr>
        <p:spPr>
          <a:xfrm>
            <a:off x="725016" y="3332368"/>
            <a:ext cx="2890194" cy="645047"/>
          </a:xfrm>
          <a:prstGeom prst="rect">
            <a:avLst/>
          </a:prstGeom>
          <a:noFill/>
        </p:spPr>
        <p:txBody>
          <a:bodyPr anchor="ctr">
            <a:noAutofit/>
          </a:bodyPr>
          <a:lstStyle>
            <a:lvl1pPr algn="l">
              <a:lnSpc>
                <a:spcPts val="1800"/>
              </a:lnSpc>
              <a:defRPr sz="1600" b="1">
                <a:solidFill>
                  <a:srgbClr val="12ABDB"/>
                </a:solidFill>
              </a:defRPr>
            </a:lvl1pPr>
            <a:lvl2pPr>
              <a:defRPr sz="1400"/>
            </a:lvl2pPr>
            <a:lvl3pPr>
              <a:defRPr sz="1200"/>
            </a:lvl3pPr>
            <a:lvl4pPr>
              <a:defRPr sz="1100"/>
            </a:lvl4pPr>
            <a:lvl5pPr>
              <a:defRPr sz="1100"/>
            </a:lvl5pPr>
          </a:lstStyle>
          <a:p>
            <a:pPr lvl="0"/>
            <a:r>
              <a:rPr lang="en-US" dirty="0"/>
              <a:t>Click to insert title</a:t>
            </a:r>
          </a:p>
        </p:txBody>
      </p:sp>
      <p:sp>
        <p:nvSpPr>
          <p:cNvPr id="32" name="Text Placeholder 7">
            <a:extLst>
              <a:ext uri="{FF2B5EF4-FFF2-40B4-BE49-F238E27FC236}">
                <a16:creationId xmlns:a16="http://schemas.microsoft.com/office/drawing/2014/main" id="{DF3E2A1A-B668-4C6F-87C6-8F37A241C2C0}"/>
              </a:ext>
            </a:extLst>
          </p:cNvPr>
          <p:cNvSpPr>
            <a:spLocks noGrp="1"/>
          </p:cNvSpPr>
          <p:nvPr>
            <p:ph type="body" sz="quarter" idx="32" hasCustomPrompt="1"/>
          </p:nvPr>
        </p:nvSpPr>
        <p:spPr>
          <a:xfrm>
            <a:off x="725016" y="4079992"/>
            <a:ext cx="2874219" cy="1711208"/>
          </a:xfrm>
          <a:prstGeom prst="rect">
            <a:avLst/>
          </a:prstGeom>
        </p:spPr>
        <p:txBody>
          <a:bodyPr>
            <a:noAutofit/>
          </a:bodyPr>
          <a:lstStyle>
            <a:lvl1pPr>
              <a:lnSpc>
                <a:spcPct val="100000"/>
              </a:lnSpc>
              <a:defRPr sz="1400"/>
            </a:lvl1pPr>
            <a:lvl2pPr>
              <a:lnSpc>
                <a:spcPts val="1400"/>
              </a:lnSpc>
              <a:defRPr sz="1200"/>
            </a:lvl2pPr>
            <a:lvl3pPr>
              <a:lnSpc>
                <a:spcPts val="1300"/>
              </a:lnSpc>
              <a:defRPr sz="1100"/>
            </a:lvl3pPr>
            <a:lvl4pPr>
              <a:lnSpc>
                <a:spcPts val="1200"/>
              </a:lnSpc>
              <a:defRPr sz="1000"/>
            </a:lvl4pPr>
            <a:lvl5pPr>
              <a:lnSpc>
                <a:spcPct val="100000"/>
              </a:lnSpc>
              <a:defRPr sz="1200"/>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
        <p:nvSpPr>
          <p:cNvPr id="33" name="Text Placeholder 4">
            <a:extLst>
              <a:ext uri="{FF2B5EF4-FFF2-40B4-BE49-F238E27FC236}">
                <a16:creationId xmlns:a16="http://schemas.microsoft.com/office/drawing/2014/main" id="{A44485C3-4220-46B7-B1FC-AB2889C2B910}"/>
              </a:ext>
            </a:extLst>
          </p:cNvPr>
          <p:cNvSpPr>
            <a:spLocks noGrp="1"/>
          </p:cNvSpPr>
          <p:nvPr>
            <p:ph type="body" sz="quarter" idx="33" hasCustomPrompt="1"/>
          </p:nvPr>
        </p:nvSpPr>
        <p:spPr>
          <a:xfrm>
            <a:off x="4650903" y="3332368"/>
            <a:ext cx="2890194" cy="645047"/>
          </a:xfrm>
          <a:prstGeom prst="rect">
            <a:avLst/>
          </a:prstGeom>
          <a:noFill/>
        </p:spPr>
        <p:txBody>
          <a:bodyPr anchor="ctr">
            <a:noAutofit/>
          </a:bodyPr>
          <a:lstStyle>
            <a:lvl1pPr algn="l">
              <a:lnSpc>
                <a:spcPts val="1800"/>
              </a:lnSpc>
              <a:defRPr sz="1600" b="1">
                <a:solidFill>
                  <a:srgbClr val="FF304C"/>
                </a:solidFill>
              </a:defRPr>
            </a:lvl1pPr>
            <a:lvl2pPr>
              <a:defRPr sz="1400"/>
            </a:lvl2pPr>
            <a:lvl3pPr>
              <a:defRPr sz="1200"/>
            </a:lvl3pPr>
            <a:lvl4pPr>
              <a:defRPr sz="1100"/>
            </a:lvl4pPr>
            <a:lvl5pPr>
              <a:defRPr sz="1100"/>
            </a:lvl5pPr>
          </a:lstStyle>
          <a:p>
            <a:pPr lvl="0"/>
            <a:r>
              <a:rPr lang="en-US" dirty="0"/>
              <a:t>Click to insert title</a:t>
            </a:r>
          </a:p>
        </p:txBody>
      </p:sp>
      <p:sp>
        <p:nvSpPr>
          <p:cNvPr id="35" name="Text Placeholder 4">
            <a:extLst>
              <a:ext uri="{FF2B5EF4-FFF2-40B4-BE49-F238E27FC236}">
                <a16:creationId xmlns:a16="http://schemas.microsoft.com/office/drawing/2014/main" id="{310CE3C3-B1E7-4F6F-B7BE-DF93DF2ACD74}"/>
              </a:ext>
            </a:extLst>
          </p:cNvPr>
          <p:cNvSpPr>
            <a:spLocks noGrp="1"/>
          </p:cNvSpPr>
          <p:nvPr>
            <p:ph type="body" sz="quarter" idx="35" hasCustomPrompt="1"/>
          </p:nvPr>
        </p:nvSpPr>
        <p:spPr>
          <a:xfrm>
            <a:off x="8576791" y="3332368"/>
            <a:ext cx="2890194" cy="645047"/>
          </a:xfrm>
          <a:prstGeom prst="rect">
            <a:avLst/>
          </a:prstGeom>
          <a:noFill/>
        </p:spPr>
        <p:txBody>
          <a:bodyPr anchor="ctr">
            <a:noAutofit/>
          </a:bodyPr>
          <a:lstStyle>
            <a:lvl1pPr algn="l">
              <a:lnSpc>
                <a:spcPts val="1800"/>
              </a:lnSpc>
              <a:defRPr sz="1600" b="1">
                <a:solidFill>
                  <a:srgbClr val="2C004B"/>
                </a:solidFill>
              </a:defRPr>
            </a:lvl1pPr>
            <a:lvl2pPr>
              <a:defRPr sz="1400"/>
            </a:lvl2pPr>
            <a:lvl3pPr>
              <a:defRPr sz="1200"/>
            </a:lvl3pPr>
            <a:lvl4pPr>
              <a:defRPr sz="1100"/>
            </a:lvl4pPr>
            <a:lvl5pPr>
              <a:defRPr sz="1100"/>
            </a:lvl5pPr>
          </a:lstStyle>
          <a:p>
            <a:pPr lvl="0"/>
            <a:r>
              <a:rPr lang="en-US" dirty="0"/>
              <a:t>Click to insert title</a:t>
            </a:r>
          </a:p>
        </p:txBody>
      </p:sp>
      <p:sp>
        <p:nvSpPr>
          <p:cNvPr id="37" name="Text Placeholder 7">
            <a:extLst>
              <a:ext uri="{FF2B5EF4-FFF2-40B4-BE49-F238E27FC236}">
                <a16:creationId xmlns:a16="http://schemas.microsoft.com/office/drawing/2014/main" id="{32047331-01BE-47AE-BC0C-B787B1E9553B}"/>
              </a:ext>
            </a:extLst>
          </p:cNvPr>
          <p:cNvSpPr>
            <a:spLocks noGrp="1"/>
          </p:cNvSpPr>
          <p:nvPr>
            <p:ph type="body" sz="quarter" idx="37" hasCustomPrompt="1"/>
          </p:nvPr>
        </p:nvSpPr>
        <p:spPr>
          <a:xfrm>
            <a:off x="8498131" y="295729"/>
            <a:ext cx="2927906" cy="876300"/>
          </a:xfrm>
          <a:prstGeom prst="rect">
            <a:avLst/>
          </a:prstGeom>
        </p:spPr>
        <p:txBody>
          <a:bodyPr anchor="t">
            <a:noAutofit/>
          </a:bodyPr>
          <a:lstStyle>
            <a:lvl1pPr>
              <a:lnSpc>
                <a:spcPct val="100000"/>
              </a:lnSpc>
              <a:defRPr sz="1600" b="1"/>
            </a:lvl1pPr>
            <a:lvl2pPr>
              <a:lnSpc>
                <a:spcPct val="100000"/>
              </a:lnSpc>
              <a:defRPr sz="1600"/>
            </a:lvl2pPr>
            <a:lvl3pPr>
              <a:lnSpc>
                <a:spcPct val="100000"/>
              </a:lnSpc>
              <a:defRPr sz="1600"/>
            </a:lvl3pPr>
            <a:lvl4pPr>
              <a:lnSpc>
                <a:spcPct val="100000"/>
              </a:lnSpc>
              <a:defRPr sz="1600"/>
            </a:lvl4pPr>
            <a:lvl5pPr>
              <a:lnSpc>
                <a:spcPct val="100000"/>
              </a:lnSpc>
              <a:defRPr sz="1600"/>
            </a:lvl5pPr>
          </a:lstStyle>
          <a:p>
            <a:pPr lvl="0"/>
            <a:r>
              <a:rPr lang="en-US" dirty="0"/>
              <a:t>Click to insert text</a:t>
            </a:r>
          </a:p>
        </p:txBody>
      </p:sp>
      <p:pic>
        <p:nvPicPr>
          <p:cNvPr id="15" name="Graphic 14">
            <a:extLst>
              <a:ext uri="{FF2B5EF4-FFF2-40B4-BE49-F238E27FC236}">
                <a16:creationId xmlns:a16="http://schemas.microsoft.com/office/drawing/2014/main" id="{CA70D5E4-F0EE-4368-A09C-60021E85A04E}"/>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l="81836" t="-4713" b="16530"/>
          <a:stretch/>
        </p:blipFill>
        <p:spPr>
          <a:xfrm>
            <a:off x="11491419" y="164829"/>
            <a:ext cx="424356" cy="459624"/>
          </a:xfrm>
          <a:prstGeom prst="rect">
            <a:avLst/>
          </a:prstGeom>
        </p:spPr>
      </p:pic>
      <p:sp>
        <p:nvSpPr>
          <p:cNvPr id="26"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407988" y="404813"/>
            <a:ext cx="6477232" cy="863600"/>
          </a:xfrm>
          <a:prstGeom prst="rect">
            <a:avLst/>
          </a:prstGeom>
        </p:spPr>
        <p:txBody>
          <a:bodyPr vert="horz" lIns="0" tIns="0" rIns="0" bIns="0" rtlCol="0" anchor="t">
            <a:normAutofit/>
          </a:bodyPr>
          <a:lstStyle>
            <a:lvl1pPr>
              <a:defRPr lang="pt-PT" dirty="0"/>
            </a:lvl1pPr>
          </a:lstStyle>
          <a:p>
            <a:pPr lvl="0">
              <a:lnSpc>
                <a:spcPts val="3000"/>
              </a:lnSpc>
            </a:pPr>
            <a:r>
              <a:rPr lang="en-US" dirty="0"/>
              <a:t>Click to add title</a:t>
            </a:r>
            <a:endParaRPr lang="pt-PT" dirty="0"/>
          </a:p>
        </p:txBody>
      </p:sp>
      <p:sp>
        <p:nvSpPr>
          <p:cNvPr id="27" name="Retângulo 43">
            <a:extLst>
              <a:ext uri="{FF2B5EF4-FFF2-40B4-BE49-F238E27FC236}">
                <a16:creationId xmlns:a16="http://schemas.microsoft.com/office/drawing/2014/main" id="{25FC8637-25BD-4C09-AF25-56B4243DAB3D}"/>
              </a:ext>
            </a:extLst>
          </p:cNvPr>
          <p:cNvSpPr/>
          <p:nvPr userDrawn="1"/>
        </p:nvSpPr>
        <p:spPr>
          <a:xfrm>
            <a:off x="11784013" y="6555758"/>
            <a:ext cx="242375" cy="215444"/>
          </a:xfrm>
          <a:prstGeom prst="rect">
            <a:avLst/>
          </a:prstGeom>
        </p:spPr>
        <p:txBody>
          <a:bodyPr wrap="none">
            <a:spAutoFit/>
          </a:bodyPr>
          <a:lstStyle/>
          <a:p>
            <a:pPr algn="r"/>
            <a:fld id="{0502E5A9-B53C-401E-A0E0-4A359BB0A9E5}" type="slidenum">
              <a:rPr lang="en-US" sz="800" smtClean="0">
                <a:solidFill>
                  <a:prstClr val="black">
                    <a:lumMod val="50000"/>
                    <a:lumOff val="50000"/>
                  </a:prstClr>
                </a:solidFill>
                <a:cs typeface="Arial" panose="020B0604020202020204" pitchFamily="34" charset="0"/>
              </a:rPr>
              <a:t>‹#›</a:t>
            </a:fld>
            <a:endParaRPr lang="en-US" sz="800" dirty="0">
              <a:solidFill>
                <a:prstClr val="black">
                  <a:lumMod val="50000"/>
                  <a:lumOff val="50000"/>
                </a:prstClr>
              </a:solidFill>
              <a:cs typeface="Arial" panose="020B0604020202020204" pitchFamily="34" charset="0"/>
            </a:endParaRPr>
          </a:p>
        </p:txBody>
      </p:sp>
      <p:cxnSp>
        <p:nvCxnSpPr>
          <p:cNvPr id="28"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3283674"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29" name="Rectangle 27">
            <a:hlinkClick r:id="rId6"/>
            <a:extLst>
              <a:ext uri="{FF2B5EF4-FFF2-40B4-BE49-F238E27FC236}">
                <a16:creationId xmlns:a16="http://schemas.microsoft.com/office/drawing/2014/main" id="{F376ABD1-4930-42EB-9A73-9A9C7C6BF2D3}"/>
              </a:ext>
            </a:extLst>
          </p:cNvPr>
          <p:cNvSpPr/>
          <p:nvPr userDrawn="1"/>
        </p:nvSpPr>
        <p:spPr>
          <a:xfrm>
            <a:off x="407988" y="6555971"/>
            <a:ext cx="2829007" cy="219456"/>
          </a:xfrm>
          <a:prstGeom prst="rect">
            <a:avLst/>
          </a:prstGeom>
        </p:spPr>
        <p:txBody>
          <a:bodyPr wrap="square" lIns="0" tIns="0" rIns="0" bIns="0" anchor="ctr" anchorCtr="0">
            <a:noAutofit/>
          </a:bodyPr>
          <a:lstStyle/>
          <a:p>
            <a:pPr lvl="0" algn="l" defTabSz="914400">
              <a:lnSpc>
                <a:spcPct val="85000"/>
              </a:lnSpc>
              <a:defRPr/>
            </a:pPr>
            <a:r>
              <a:rPr lang="en-US" sz="800" kern="0" dirty="0">
                <a:solidFill>
                  <a:srgbClr val="00458D"/>
                </a:solidFill>
                <a:latin typeface="+mj-lt"/>
                <a:cs typeface="Arial" panose="020B0604020202020204" pitchFamily="34" charset="0"/>
              </a:rPr>
              <a:t>Presentation Title | Author | Date</a:t>
            </a:r>
          </a:p>
        </p:txBody>
      </p:sp>
      <p:sp>
        <p:nvSpPr>
          <p:cNvPr id="38" name="Retângulo 43">
            <a:extLst>
              <a:ext uri="{FF2B5EF4-FFF2-40B4-BE49-F238E27FC236}">
                <a16:creationId xmlns:a16="http://schemas.microsoft.com/office/drawing/2014/main" id="{834ADCB4-BFB1-450D-8F6D-64217F4CD92C}"/>
              </a:ext>
            </a:extLst>
          </p:cNvPr>
          <p:cNvSpPr/>
          <p:nvPr userDrawn="1"/>
        </p:nvSpPr>
        <p:spPr>
          <a:xfrm>
            <a:off x="3411379" y="6555758"/>
            <a:ext cx="2223686" cy="219456"/>
          </a:xfrm>
          <a:prstGeom prst="rect">
            <a:avLst/>
          </a:prstGeom>
        </p:spPr>
        <p:txBody>
          <a:bodyPr wrap="none" lIns="0" tIns="0" rIns="0" bIns="0" anchor="ctr">
            <a:noAutofit/>
          </a:bodyPr>
          <a:lstStyle/>
          <a:p>
            <a:pPr algn="l"/>
            <a:r>
              <a:rPr lang="en-US" sz="800" dirty="0">
                <a:solidFill>
                  <a:schemeClr val="bg2">
                    <a:lumMod val="50000"/>
                  </a:schemeClr>
                </a:solidFill>
                <a:cs typeface="Arial" panose="020B0604020202020204" pitchFamily="34" charset="0"/>
              </a:rPr>
              <a:t>© 2017 Capgemini. All rights reserved.</a:t>
            </a:r>
          </a:p>
        </p:txBody>
      </p:sp>
      <p:sp>
        <p:nvSpPr>
          <p:cNvPr id="39" name="Text Placeholder 7">
            <a:extLst>
              <a:ext uri="{FF2B5EF4-FFF2-40B4-BE49-F238E27FC236}">
                <a16:creationId xmlns:a16="http://schemas.microsoft.com/office/drawing/2014/main" id="{DF3E2A1A-B668-4C6F-87C6-8F37A241C2C0}"/>
              </a:ext>
            </a:extLst>
          </p:cNvPr>
          <p:cNvSpPr>
            <a:spLocks noGrp="1"/>
          </p:cNvSpPr>
          <p:nvPr>
            <p:ph type="body" sz="quarter" idx="38" hasCustomPrompt="1"/>
          </p:nvPr>
        </p:nvSpPr>
        <p:spPr>
          <a:xfrm>
            <a:off x="4666878" y="4079992"/>
            <a:ext cx="2874219" cy="1711208"/>
          </a:xfrm>
          <a:prstGeom prst="rect">
            <a:avLst/>
          </a:prstGeom>
        </p:spPr>
        <p:txBody>
          <a:bodyPr>
            <a:noAutofit/>
          </a:bodyPr>
          <a:lstStyle>
            <a:lvl1pPr>
              <a:lnSpc>
                <a:spcPct val="100000"/>
              </a:lnSpc>
              <a:defRPr sz="1400"/>
            </a:lvl1pPr>
            <a:lvl2pPr>
              <a:lnSpc>
                <a:spcPts val="1400"/>
              </a:lnSpc>
              <a:buClr>
                <a:schemeClr val="accent4"/>
              </a:buClr>
              <a:defRPr sz="1200"/>
            </a:lvl2pPr>
            <a:lvl3pPr>
              <a:lnSpc>
                <a:spcPts val="1300"/>
              </a:lnSpc>
              <a:buClr>
                <a:schemeClr val="accent4"/>
              </a:buClr>
              <a:defRPr sz="1100"/>
            </a:lvl3pPr>
            <a:lvl4pPr>
              <a:lnSpc>
                <a:spcPts val="1200"/>
              </a:lnSpc>
              <a:buClr>
                <a:schemeClr val="accent4"/>
              </a:buClr>
              <a:defRPr sz="1000"/>
            </a:lvl4pPr>
            <a:lvl5pPr>
              <a:lnSpc>
                <a:spcPct val="100000"/>
              </a:lnSpc>
              <a:defRPr sz="1200"/>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
        <p:nvSpPr>
          <p:cNvPr id="40" name="Text Placeholder 7">
            <a:extLst>
              <a:ext uri="{FF2B5EF4-FFF2-40B4-BE49-F238E27FC236}">
                <a16:creationId xmlns:a16="http://schemas.microsoft.com/office/drawing/2014/main" id="{DF3E2A1A-B668-4C6F-87C6-8F37A241C2C0}"/>
              </a:ext>
            </a:extLst>
          </p:cNvPr>
          <p:cNvSpPr>
            <a:spLocks noGrp="1"/>
          </p:cNvSpPr>
          <p:nvPr>
            <p:ph type="body" sz="quarter" idx="39" hasCustomPrompt="1"/>
          </p:nvPr>
        </p:nvSpPr>
        <p:spPr>
          <a:xfrm>
            <a:off x="8592766" y="4079992"/>
            <a:ext cx="2874219" cy="1711208"/>
          </a:xfrm>
          <a:prstGeom prst="rect">
            <a:avLst/>
          </a:prstGeom>
        </p:spPr>
        <p:txBody>
          <a:bodyPr>
            <a:noAutofit/>
          </a:bodyPr>
          <a:lstStyle>
            <a:lvl1pPr>
              <a:lnSpc>
                <a:spcPct val="100000"/>
              </a:lnSpc>
              <a:defRPr sz="1400"/>
            </a:lvl1pPr>
            <a:lvl2pPr>
              <a:lnSpc>
                <a:spcPts val="1400"/>
              </a:lnSpc>
              <a:buClr>
                <a:schemeClr val="accent3"/>
              </a:buClr>
              <a:defRPr sz="1200"/>
            </a:lvl2pPr>
            <a:lvl3pPr>
              <a:lnSpc>
                <a:spcPts val="1300"/>
              </a:lnSpc>
              <a:buClr>
                <a:schemeClr val="accent3"/>
              </a:buClr>
              <a:defRPr sz="1100"/>
            </a:lvl3pPr>
            <a:lvl4pPr>
              <a:lnSpc>
                <a:spcPts val="1200"/>
              </a:lnSpc>
              <a:buClr>
                <a:schemeClr val="accent3"/>
              </a:buClr>
              <a:defRPr sz="1000"/>
            </a:lvl4pPr>
            <a:lvl5pPr>
              <a:lnSpc>
                <a:spcPct val="100000"/>
              </a:lnSpc>
              <a:defRPr sz="1200"/>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2475347069"/>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 bullets with highlights">
    <p:bg>
      <p:bgRef idx="1001">
        <a:schemeClr val="bg1"/>
      </p:bgRef>
    </p:bg>
    <p:spTree>
      <p:nvGrpSpPr>
        <p:cNvPr id="1" name=""/>
        <p:cNvGrpSpPr/>
        <p:nvPr/>
      </p:nvGrpSpPr>
      <p:grpSpPr>
        <a:xfrm>
          <a:off x="0" y="0"/>
          <a:ext cx="0" cy="0"/>
          <a:chOff x="0" y="0"/>
          <a:chExt cx="0" cy="0"/>
        </a:xfrm>
      </p:grpSpPr>
      <p:sp>
        <p:nvSpPr>
          <p:cNvPr id="41" name="Oval 20">
            <a:extLst>
              <a:ext uri="{FF2B5EF4-FFF2-40B4-BE49-F238E27FC236}">
                <a16:creationId xmlns:a16="http://schemas.microsoft.com/office/drawing/2014/main" id="{ADB39E78-E9B7-40CD-9999-E8302C610DC2}"/>
              </a:ext>
            </a:extLst>
          </p:cNvPr>
          <p:cNvSpPr/>
          <p:nvPr userDrawn="1"/>
        </p:nvSpPr>
        <p:spPr>
          <a:xfrm>
            <a:off x="5563594" y="4734095"/>
            <a:ext cx="1204015" cy="1137595"/>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95E6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42" name="Oval 20">
            <a:extLst>
              <a:ext uri="{FF2B5EF4-FFF2-40B4-BE49-F238E27FC236}">
                <a16:creationId xmlns:a16="http://schemas.microsoft.com/office/drawing/2014/main" id="{80DEC651-0810-4FD4-A2CA-C54974433D45}"/>
              </a:ext>
            </a:extLst>
          </p:cNvPr>
          <p:cNvSpPr/>
          <p:nvPr userDrawn="1"/>
        </p:nvSpPr>
        <p:spPr>
          <a:xfrm>
            <a:off x="5563595" y="2944149"/>
            <a:ext cx="1204015" cy="1137595"/>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FF30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43" name="Oval 20">
            <a:extLst>
              <a:ext uri="{FF2B5EF4-FFF2-40B4-BE49-F238E27FC236}">
                <a16:creationId xmlns:a16="http://schemas.microsoft.com/office/drawing/2014/main" id="{4F0142AD-298C-4A60-9F24-035D4F3F07D0}"/>
              </a:ext>
            </a:extLst>
          </p:cNvPr>
          <p:cNvSpPr/>
          <p:nvPr userDrawn="1"/>
        </p:nvSpPr>
        <p:spPr>
          <a:xfrm>
            <a:off x="5516146" y="1186056"/>
            <a:ext cx="1204015" cy="1137595"/>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12AB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3" name="Rectangle 12">
            <a:extLst>
              <a:ext uri="{FF2B5EF4-FFF2-40B4-BE49-F238E27FC236}">
                <a16:creationId xmlns:a16="http://schemas.microsoft.com/office/drawing/2014/main" id="{9455EBB8-DB3C-45D2-B02F-0B36A58E555B}"/>
              </a:ext>
            </a:extLst>
          </p:cNvPr>
          <p:cNvSpPr/>
          <p:nvPr userDrawn="1"/>
        </p:nvSpPr>
        <p:spPr>
          <a:xfrm>
            <a:off x="-1" y="0"/>
            <a:ext cx="4749299" cy="6858000"/>
          </a:xfrm>
          <a:prstGeom prst="rect">
            <a:avLst/>
          </a:prstGeom>
          <a:solidFill>
            <a:srgbClr val="E6E7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pic>
        <p:nvPicPr>
          <p:cNvPr id="14" name="Graphic 41">
            <a:extLst>
              <a:ext uri="{FF2B5EF4-FFF2-40B4-BE49-F238E27FC236}">
                <a16:creationId xmlns:a16="http://schemas.microsoft.com/office/drawing/2014/main" id="{39882BC4-7320-49FC-B1BE-AEB377EFC01A}"/>
              </a:ext>
            </a:extLst>
          </p:cNvPr>
          <p:cNvPicPr>
            <a:picLocks noChangeAspect="1"/>
          </p:cNvPicPr>
          <p:nvPr userDrawn="1"/>
        </p:nvPicPr>
        <p:blipFill>
          <a:blip r:embed="rId2">
            <a:extLst>
              <a:ext uri="{96DAC541-7B7A-43D3-8B79-37D633B846F1}">
                <asvg:svgBlip xmlns:asvg="http://schemas.microsoft.com/office/drawing/2016/SVG/main" r:embed="rId3"/>
              </a:ext>
            </a:extLst>
          </a:blip>
          <a:srcRect t="7669"/>
          <a:stretch>
            <a:fillRect/>
          </a:stretch>
        </p:blipFill>
        <p:spPr>
          <a:xfrm rot="7221508" flipH="1" flipV="1">
            <a:off x="-510401" y="-999749"/>
            <a:ext cx="4694967" cy="4418573"/>
          </a:xfrm>
          <a:custGeom>
            <a:avLst/>
            <a:gdLst>
              <a:gd name="connsiteX0" fmla="*/ 0 w 6728158"/>
              <a:gd name="connsiteY0" fmla="*/ 6332069 h 6332069"/>
              <a:gd name="connsiteX1" fmla="*/ 6728158 w 6728158"/>
              <a:gd name="connsiteY1" fmla="*/ 6332069 h 6332069"/>
              <a:gd name="connsiteX2" fmla="*/ 6728158 w 6728158"/>
              <a:gd name="connsiteY2" fmla="*/ 5480387 h 6332069"/>
              <a:gd name="connsiteX3" fmla="*/ 3518172 w 6728158"/>
              <a:gd name="connsiteY3" fmla="*/ 0 h 6332069"/>
              <a:gd name="connsiteX4" fmla="*/ 0 w 6728158"/>
              <a:gd name="connsiteY4" fmla="*/ 2060673 h 63320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28158" h="6332069">
                <a:moveTo>
                  <a:pt x="0" y="6332069"/>
                </a:moveTo>
                <a:lnTo>
                  <a:pt x="6728158" y="6332069"/>
                </a:lnTo>
                <a:lnTo>
                  <a:pt x="6728158" y="5480387"/>
                </a:lnTo>
                <a:lnTo>
                  <a:pt x="3518172" y="0"/>
                </a:lnTo>
                <a:lnTo>
                  <a:pt x="0" y="2060673"/>
                </a:lnTo>
                <a:close/>
              </a:path>
            </a:pathLst>
          </a:custGeom>
        </p:spPr>
      </p:pic>
      <p:sp>
        <p:nvSpPr>
          <p:cNvPr id="24" name="Text Placeholder 4">
            <a:extLst>
              <a:ext uri="{FF2B5EF4-FFF2-40B4-BE49-F238E27FC236}">
                <a16:creationId xmlns:a16="http://schemas.microsoft.com/office/drawing/2014/main" id="{B7C16A20-D927-494E-94A9-49AF2E1FA010}"/>
              </a:ext>
            </a:extLst>
          </p:cNvPr>
          <p:cNvSpPr>
            <a:spLocks noGrp="1"/>
          </p:cNvSpPr>
          <p:nvPr>
            <p:ph type="body" sz="quarter" idx="35" hasCustomPrompt="1"/>
          </p:nvPr>
        </p:nvSpPr>
        <p:spPr>
          <a:xfrm>
            <a:off x="5713875" y="1525457"/>
            <a:ext cx="863263" cy="482705"/>
          </a:xfrm>
          <a:prstGeom prst="rect">
            <a:avLst/>
          </a:prstGeom>
          <a:noFill/>
        </p:spPr>
        <p:txBody>
          <a:bodyPr anchor="ctr">
            <a:noAutofit/>
          </a:bodyPr>
          <a:lstStyle>
            <a:lvl1pPr algn="ctr">
              <a:lnSpc>
                <a:spcPts val="3000"/>
              </a:lnSpc>
              <a:defRPr sz="2600" b="0">
                <a:solidFill>
                  <a:srgbClr val="2C004B"/>
                </a:solidFill>
              </a:defRPr>
            </a:lvl1pPr>
            <a:lvl2pPr>
              <a:defRPr sz="1400"/>
            </a:lvl2pPr>
            <a:lvl3pPr>
              <a:defRPr sz="1200"/>
            </a:lvl3pPr>
            <a:lvl4pPr>
              <a:defRPr sz="1100"/>
            </a:lvl4pPr>
            <a:lvl5pPr>
              <a:defRPr sz="1100"/>
            </a:lvl5pPr>
          </a:lstStyle>
          <a:p>
            <a:pPr lvl="0"/>
            <a:r>
              <a:rPr lang="en-US" dirty="0"/>
              <a:t>Nº</a:t>
            </a:r>
          </a:p>
        </p:txBody>
      </p:sp>
      <p:sp>
        <p:nvSpPr>
          <p:cNvPr id="25" name="Text Placeholder 4">
            <a:extLst>
              <a:ext uri="{FF2B5EF4-FFF2-40B4-BE49-F238E27FC236}">
                <a16:creationId xmlns:a16="http://schemas.microsoft.com/office/drawing/2014/main" id="{936BACCD-6FBF-486E-81CB-3462560DA2CE}"/>
              </a:ext>
            </a:extLst>
          </p:cNvPr>
          <p:cNvSpPr>
            <a:spLocks noGrp="1"/>
          </p:cNvSpPr>
          <p:nvPr>
            <p:ph type="body" sz="quarter" idx="36" hasCustomPrompt="1"/>
          </p:nvPr>
        </p:nvSpPr>
        <p:spPr>
          <a:xfrm>
            <a:off x="5713875" y="3284120"/>
            <a:ext cx="863263" cy="482705"/>
          </a:xfrm>
          <a:prstGeom prst="rect">
            <a:avLst/>
          </a:prstGeom>
          <a:noFill/>
        </p:spPr>
        <p:txBody>
          <a:bodyPr anchor="ctr">
            <a:noAutofit/>
          </a:bodyPr>
          <a:lstStyle>
            <a:lvl1pPr algn="ctr">
              <a:lnSpc>
                <a:spcPts val="3000"/>
              </a:lnSpc>
              <a:defRPr sz="2600" b="0">
                <a:solidFill>
                  <a:srgbClr val="2C004B"/>
                </a:solidFill>
              </a:defRPr>
            </a:lvl1pPr>
            <a:lvl2pPr>
              <a:defRPr sz="1400"/>
            </a:lvl2pPr>
            <a:lvl3pPr>
              <a:defRPr sz="1200"/>
            </a:lvl3pPr>
            <a:lvl4pPr>
              <a:defRPr sz="1100"/>
            </a:lvl4pPr>
            <a:lvl5pPr>
              <a:defRPr sz="1100"/>
            </a:lvl5pPr>
          </a:lstStyle>
          <a:p>
            <a:pPr lvl="0"/>
            <a:r>
              <a:rPr lang="en-US" dirty="0"/>
              <a:t>Nº</a:t>
            </a:r>
          </a:p>
        </p:txBody>
      </p:sp>
      <p:sp>
        <p:nvSpPr>
          <p:cNvPr id="26" name="Text Placeholder 4">
            <a:extLst>
              <a:ext uri="{FF2B5EF4-FFF2-40B4-BE49-F238E27FC236}">
                <a16:creationId xmlns:a16="http://schemas.microsoft.com/office/drawing/2014/main" id="{48E9C506-31EA-4D04-B660-3B4DB0704112}"/>
              </a:ext>
            </a:extLst>
          </p:cNvPr>
          <p:cNvSpPr>
            <a:spLocks noGrp="1"/>
          </p:cNvSpPr>
          <p:nvPr>
            <p:ph type="body" sz="quarter" idx="37" hasCustomPrompt="1"/>
          </p:nvPr>
        </p:nvSpPr>
        <p:spPr>
          <a:xfrm>
            <a:off x="5713875" y="5061942"/>
            <a:ext cx="863263" cy="482705"/>
          </a:xfrm>
          <a:prstGeom prst="rect">
            <a:avLst/>
          </a:prstGeom>
          <a:noFill/>
        </p:spPr>
        <p:txBody>
          <a:bodyPr anchor="ctr">
            <a:noAutofit/>
          </a:bodyPr>
          <a:lstStyle>
            <a:lvl1pPr algn="ctr">
              <a:lnSpc>
                <a:spcPts val="3000"/>
              </a:lnSpc>
              <a:defRPr sz="2600" b="0">
                <a:solidFill>
                  <a:srgbClr val="2C004B"/>
                </a:solidFill>
              </a:defRPr>
            </a:lvl1pPr>
            <a:lvl2pPr>
              <a:defRPr sz="1400"/>
            </a:lvl2pPr>
            <a:lvl3pPr>
              <a:defRPr sz="1200"/>
            </a:lvl3pPr>
            <a:lvl4pPr>
              <a:defRPr sz="1100"/>
            </a:lvl4pPr>
            <a:lvl5pPr>
              <a:defRPr sz="1100"/>
            </a:lvl5pPr>
          </a:lstStyle>
          <a:p>
            <a:pPr lvl="0"/>
            <a:r>
              <a:rPr lang="en-US" dirty="0"/>
              <a:t>Nº</a:t>
            </a:r>
          </a:p>
        </p:txBody>
      </p:sp>
      <p:sp>
        <p:nvSpPr>
          <p:cNvPr id="27" name="Text Placeholder 7">
            <a:extLst>
              <a:ext uri="{FF2B5EF4-FFF2-40B4-BE49-F238E27FC236}">
                <a16:creationId xmlns:a16="http://schemas.microsoft.com/office/drawing/2014/main" id="{9949BCD6-E419-4ED2-9061-402DD5FF2406}"/>
              </a:ext>
            </a:extLst>
          </p:cNvPr>
          <p:cNvSpPr>
            <a:spLocks noGrp="1"/>
          </p:cNvSpPr>
          <p:nvPr>
            <p:ph type="body" sz="quarter" idx="38" hasCustomPrompt="1"/>
          </p:nvPr>
        </p:nvSpPr>
        <p:spPr>
          <a:xfrm>
            <a:off x="426716" y="3367132"/>
            <a:ext cx="3670826" cy="2993216"/>
          </a:xfrm>
          <a:prstGeom prst="rect">
            <a:avLst/>
          </a:prstGeom>
        </p:spPr>
        <p:txBody>
          <a:bodyPr>
            <a:noAutofit/>
          </a:bodyPr>
          <a:lstStyle>
            <a:lvl1pPr>
              <a:lnSpc>
                <a:spcPts val="2200"/>
              </a:lnSpc>
              <a:defRPr sz="1800"/>
            </a:lvl1pPr>
            <a:lvl2pPr>
              <a:lnSpc>
                <a:spcPts val="1800"/>
              </a:lnSpc>
              <a:buClr>
                <a:schemeClr val="accent3"/>
              </a:buClr>
              <a:defRPr sz="1600"/>
            </a:lvl2pPr>
            <a:lvl3pPr>
              <a:lnSpc>
                <a:spcPts val="1600"/>
              </a:lnSpc>
              <a:buClr>
                <a:schemeClr val="accent3"/>
              </a:buClr>
              <a:defRPr sz="1400"/>
            </a:lvl3pPr>
            <a:lvl4pPr>
              <a:lnSpc>
                <a:spcPts val="1400"/>
              </a:lnSpc>
              <a:buClr>
                <a:schemeClr val="accent3"/>
              </a:buClr>
              <a:defRPr sz="1200"/>
            </a:lvl4pPr>
            <a:lvl5pPr>
              <a:lnSpc>
                <a:spcPct val="100000"/>
              </a:lnSpc>
              <a:defRPr sz="1200"/>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
        <p:nvSpPr>
          <p:cNvPr id="15"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407988" y="404812"/>
            <a:ext cx="2663676" cy="1584027"/>
          </a:xfrm>
          <a:prstGeom prst="rect">
            <a:avLst/>
          </a:prstGeom>
        </p:spPr>
        <p:txBody>
          <a:bodyPr vert="horz" lIns="0" tIns="0" rIns="0" bIns="0" rtlCol="0" anchor="t">
            <a:normAutofit/>
          </a:bodyPr>
          <a:lstStyle>
            <a:lvl1pPr>
              <a:defRPr lang="pt-PT" dirty="0">
                <a:solidFill>
                  <a:schemeClr val="bg1"/>
                </a:solidFill>
              </a:defRPr>
            </a:lvl1pPr>
          </a:lstStyle>
          <a:p>
            <a:pPr lvl="0">
              <a:lnSpc>
                <a:spcPts val="3000"/>
              </a:lnSpc>
            </a:pPr>
            <a:r>
              <a:rPr lang="en-US" dirty="0"/>
              <a:t>Click to add title</a:t>
            </a:r>
            <a:endParaRPr lang="pt-PT" dirty="0"/>
          </a:p>
        </p:txBody>
      </p:sp>
      <p:sp>
        <p:nvSpPr>
          <p:cNvPr id="16" name="Text Placeholder 4">
            <a:extLst>
              <a:ext uri="{FF2B5EF4-FFF2-40B4-BE49-F238E27FC236}">
                <a16:creationId xmlns:a16="http://schemas.microsoft.com/office/drawing/2014/main" id="{04C1CAD0-39C3-4CE2-A9E9-8CA99EFF5357}"/>
              </a:ext>
            </a:extLst>
          </p:cNvPr>
          <p:cNvSpPr>
            <a:spLocks noGrp="1"/>
          </p:cNvSpPr>
          <p:nvPr>
            <p:ph type="body" sz="quarter" idx="13" hasCustomPrompt="1"/>
          </p:nvPr>
        </p:nvSpPr>
        <p:spPr>
          <a:xfrm>
            <a:off x="6917889" y="825195"/>
            <a:ext cx="4866123" cy="412363"/>
          </a:xfrm>
          <a:prstGeom prst="rect">
            <a:avLst/>
          </a:prstGeom>
          <a:noFill/>
        </p:spPr>
        <p:txBody>
          <a:bodyPr anchor="ctr">
            <a:noAutofit/>
          </a:bodyPr>
          <a:lstStyle>
            <a:lvl1pPr algn="l">
              <a:defRPr sz="1800" b="0">
                <a:solidFill>
                  <a:schemeClr val="tx2"/>
                </a:solidFill>
              </a:defRPr>
            </a:lvl1pPr>
            <a:lvl2pPr>
              <a:defRPr sz="1400"/>
            </a:lvl2pPr>
            <a:lvl3pPr>
              <a:defRPr sz="1200"/>
            </a:lvl3pPr>
            <a:lvl4pPr>
              <a:defRPr sz="1100"/>
            </a:lvl4pPr>
            <a:lvl5pPr>
              <a:defRPr sz="1100"/>
            </a:lvl5pPr>
          </a:lstStyle>
          <a:p>
            <a:pPr lvl="0"/>
            <a:r>
              <a:rPr lang="en-US" dirty="0"/>
              <a:t>Click to insert title</a:t>
            </a:r>
          </a:p>
        </p:txBody>
      </p:sp>
      <p:sp>
        <p:nvSpPr>
          <p:cNvPr id="17" name="Text Placeholder 7">
            <a:extLst>
              <a:ext uri="{FF2B5EF4-FFF2-40B4-BE49-F238E27FC236}">
                <a16:creationId xmlns:a16="http://schemas.microsoft.com/office/drawing/2014/main" id="{9228FC83-C11D-47F2-8BDE-B10D125E5E87}"/>
              </a:ext>
            </a:extLst>
          </p:cNvPr>
          <p:cNvSpPr>
            <a:spLocks noGrp="1"/>
          </p:cNvSpPr>
          <p:nvPr>
            <p:ph type="body" sz="quarter" idx="32" hasCustomPrompt="1"/>
          </p:nvPr>
        </p:nvSpPr>
        <p:spPr>
          <a:xfrm>
            <a:off x="6917889" y="1268413"/>
            <a:ext cx="4866123" cy="996793"/>
          </a:xfrm>
          <a:prstGeom prst="rect">
            <a:avLst/>
          </a:prstGeom>
        </p:spPr>
        <p:txBody>
          <a:bodyPr>
            <a:noAutofit/>
          </a:bodyPr>
          <a:lstStyle>
            <a:lvl1pPr>
              <a:lnSpc>
                <a:spcPts val="1600"/>
              </a:lnSpc>
              <a:defRPr sz="1400">
                <a:solidFill>
                  <a:schemeClr val="tx1"/>
                </a:solidFill>
              </a:defRPr>
            </a:lvl1pPr>
            <a:lvl2pPr marL="173038" indent="-168275">
              <a:lnSpc>
                <a:spcPts val="1400"/>
              </a:lnSpc>
              <a:buClr>
                <a:schemeClr val="accent3"/>
              </a:buClr>
              <a:defRPr sz="1200">
                <a:solidFill>
                  <a:schemeClr val="tx1"/>
                </a:solidFill>
              </a:defRPr>
            </a:lvl2pPr>
            <a:lvl3pPr marL="347663" indent="-174625">
              <a:lnSpc>
                <a:spcPts val="1400"/>
              </a:lnSpc>
              <a:buClr>
                <a:schemeClr val="accent3"/>
              </a:buClr>
              <a:defRPr sz="1200">
                <a:solidFill>
                  <a:schemeClr val="tx1"/>
                </a:solidFill>
              </a:defRPr>
            </a:lvl3pPr>
            <a:lvl4pPr marL="509588" indent="-161925">
              <a:lnSpc>
                <a:spcPts val="1200"/>
              </a:lnSpc>
              <a:buClr>
                <a:schemeClr val="accent3"/>
              </a:buClr>
              <a:defRPr sz="1100">
                <a:solidFill>
                  <a:schemeClr val="tx1"/>
                </a:solidFill>
              </a:defRPr>
            </a:lvl4pPr>
            <a:lvl5pPr>
              <a:lnSpc>
                <a:spcPct val="100000"/>
              </a:lnSpc>
              <a:defRPr sz="1200">
                <a:solidFill>
                  <a:schemeClr val="tx1"/>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
        <p:nvSpPr>
          <p:cNvPr id="33" name="Text Placeholder 4">
            <a:extLst>
              <a:ext uri="{FF2B5EF4-FFF2-40B4-BE49-F238E27FC236}">
                <a16:creationId xmlns:a16="http://schemas.microsoft.com/office/drawing/2014/main" id="{04C1CAD0-39C3-4CE2-A9E9-8CA99EFF5357}"/>
              </a:ext>
            </a:extLst>
          </p:cNvPr>
          <p:cNvSpPr>
            <a:spLocks noGrp="1"/>
          </p:cNvSpPr>
          <p:nvPr>
            <p:ph type="body" sz="quarter" idx="39" hasCustomPrompt="1"/>
          </p:nvPr>
        </p:nvSpPr>
        <p:spPr>
          <a:xfrm>
            <a:off x="6917889" y="2583858"/>
            <a:ext cx="4866123" cy="412363"/>
          </a:xfrm>
          <a:prstGeom prst="rect">
            <a:avLst/>
          </a:prstGeom>
          <a:noFill/>
        </p:spPr>
        <p:txBody>
          <a:bodyPr anchor="ctr">
            <a:noAutofit/>
          </a:bodyPr>
          <a:lstStyle>
            <a:lvl1pPr algn="l">
              <a:defRPr sz="1800" b="0">
                <a:solidFill>
                  <a:schemeClr val="tx2"/>
                </a:solidFill>
              </a:defRPr>
            </a:lvl1pPr>
            <a:lvl2pPr>
              <a:defRPr sz="1400"/>
            </a:lvl2pPr>
            <a:lvl3pPr>
              <a:defRPr sz="1200"/>
            </a:lvl3pPr>
            <a:lvl4pPr>
              <a:defRPr sz="1100"/>
            </a:lvl4pPr>
            <a:lvl5pPr>
              <a:defRPr sz="1100"/>
            </a:lvl5pPr>
          </a:lstStyle>
          <a:p>
            <a:pPr lvl="0"/>
            <a:r>
              <a:rPr lang="en-US" dirty="0"/>
              <a:t>Click to insert title</a:t>
            </a:r>
          </a:p>
        </p:txBody>
      </p:sp>
      <p:sp>
        <p:nvSpPr>
          <p:cNvPr id="34" name="Text Placeholder 7">
            <a:extLst>
              <a:ext uri="{FF2B5EF4-FFF2-40B4-BE49-F238E27FC236}">
                <a16:creationId xmlns:a16="http://schemas.microsoft.com/office/drawing/2014/main" id="{9228FC83-C11D-47F2-8BDE-B10D125E5E87}"/>
              </a:ext>
            </a:extLst>
          </p:cNvPr>
          <p:cNvSpPr>
            <a:spLocks noGrp="1"/>
          </p:cNvSpPr>
          <p:nvPr>
            <p:ph type="body" sz="quarter" idx="40" hasCustomPrompt="1"/>
          </p:nvPr>
        </p:nvSpPr>
        <p:spPr>
          <a:xfrm>
            <a:off x="6917889" y="3027076"/>
            <a:ext cx="4866123" cy="996793"/>
          </a:xfrm>
          <a:prstGeom prst="rect">
            <a:avLst/>
          </a:prstGeom>
        </p:spPr>
        <p:txBody>
          <a:bodyPr>
            <a:noAutofit/>
          </a:bodyPr>
          <a:lstStyle>
            <a:lvl1pPr>
              <a:lnSpc>
                <a:spcPts val="1600"/>
              </a:lnSpc>
              <a:defRPr sz="1400">
                <a:solidFill>
                  <a:schemeClr val="tx1"/>
                </a:solidFill>
              </a:defRPr>
            </a:lvl1pPr>
            <a:lvl2pPr marL="173038" indent="-168275">
              <a:lnSpc>
                <a:spcPts val="1400"/>
              </a:lnSpc>
              <a:buClr>
                <a:schemeClr val="accent3"/>
              </a:buClr>
              <a:defRPr sz="1200">
                <a:solidFill>
                  <a:schemeClr val="tx1"/>
                </a:solidFill>
              </a:defRPr>
            </a:lvl2pPr>
            <a:lvl3pPr marL="347663" indent="-174625">
              <a:lnSpc>
                <a:spcPts val="1400"/>
              </a:lnSpc>
              <a:buClr>
                <a:schemeClr val="accent3"/>
              </a:buClr>
              <a:defRPr sz="1200">
                <a:solidFill>
                  <a:schemeClr val="tx1"/>
                </a:solidFill>
              </a:defRPr>
            </a:lvl3pPr>
            <a:lvl4pPr marL="509588" indent="-161925">
              <a:lnSpc>
                <a:spcPts val="1200"/>
              </a:lnSpc>
              <a:buClr>
                <a:schemeClr val="accent3"/>
              </a:buClr>
              <a:defRPr sz="1100">
                <a:solidFill>
                  <a:schemeClr val="tx1"/>
                </a:solidFill>
              </a:defRPr>
            </a:lvl4pPr>
            <a:lvl5pPr>
              <a:lnSpc>
                <a:spcPct val="100000"/>
              </a:lnSpc>
              <a:defRPr sz="1200">
                <a:solidFill>
                  <a:schemeClr val="tx1"/>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
        <p:nvSpPr>
          <p:cNvPr id="35" name="Text Placeholder 4">
            <a:extLst>
              <a:ext uri="{FF2B5EF4-FFF2-40B4-BE49-F238E27FC236}">
                <a16:creationId xmlns:a16="http://schemas.microsoft.com/office/drawing/2014/main" id="{04C1CAD0-39C3-4CE2-A9E9-8CA99EFF5357}"/>
              </a:ext>
            </a:extLst>
          </p:cNvPr>
          <p:cNvSpPr>
            <a:spLocks noGrp="1"/>
          </p:cNvSpPr>
          <p:nvPr>
            <p:ph type="body" sz="quarter" idx="41" hasCustomPrompt="1"/>
          </p:nvPr>
        </p:nvSpPr>
        <p:spPr>
          <a:xfrm>
            <a:off x="6917889" y="4361680"/>
            <a:ext cx="4866123" cy="412363"/>
          </a:xfrm>
          <a:prstGeom prst="rect">
            <a:avLst/>
          </a:prstGeom>
          <a:noFill/>
        </p:spPr>
        <p:txBody>
          <a:bodyPr anchor="ctr">
            <a:noAutofit/>
          </a:bodyPr>
          <a:lstStyle>
            <a:lvl1pPr algn="l">
              <a:defRPr sz="1800" b="0">
                <a:solidFill>
                  <a:schemeClr val="tx2"/>
                </a:solidFill>
              </a:defRPr>
            </a:lvl1pPr>
            <a:lvl2pPr>
              <a:defRPr sz="1400"/>
            </a:lvl2pPr>
            <a:lvl3pPr>
              <a:defRPr sz="1200"/>
            </a:lvl3pPr>
            <a:lvl4pPr>
              <a:defRPr sz="1100"/>
            </a:lvl4pPr>
            <a:lvl5pPr>
              <a:defRPr sz="1100"/>
            </a:lvl5pPr>
          </a:lstStyle>
          <a:p>
            <a:pPr lvl="0"/>
            <a:r>
              <a:rPr lang="en-US" dirty="0"/>
              <a:t>Click to insert title</a:t>
            </a:r>
          </a:p>
        </p:txBody>
      </p:sp>
      <p:sp>
        <p:nvSpPr>
          <p:cNvPr id="36" name="Text Placeholder 7">
            <a:extLst>
              <a:ext uri="{FF2B5EF4-FFF2-40B4-BE49-F238E27FC236}">
                <a16:creationId xmlns:a16="http://schemas.microsoft.com/office/drawing/2014/main" id="{9228FC83-C11D-47F2-8BDE-B10D125E5E87}"/>
              </a:ext>
            </a:extLst>
          </p:cNvPr>
          <p:cNvSpPr>
            <a:spLocks noGrp="1"/>
          </p:cNvSpPr>
          <p:nvPr>
            <p:ph type="body" sz="quarter" idx="42" hasCustomPrompt="1"/>
          </p:nvPr>
        </p:nvSpPr>
        <p:spPr>
          <a:xfrm>
            <a:off x="6917889" y="4804898"/>
            <a:ext cx="4866123" cy="996793"/>
          </a:xfrm>
          <a:prstGeom prst="rect">
            <a:avLst/>
          </a:prstGeom>
        </p:spPr>
        <p:txBody>
          <a:bodyPr>
            <a:noAutofit/>
          </a:bodyPr>
          <a:lstStyle>
            <a:lvl1pPr>
              <a:lnSpc>
                <a:spcPts val="1600"/>
              </a:lnSpc>
              <a:defRPr sz="1400">
                <a:solidFill>
                  <a:schemeClr val="tx1"/>
                </a:solidFill>
              </a:defRPr>
            </a:lvl1pPr>
            <a:lvl2pPr marL="173038" indent="-168275">
              <a:lnSpc>
                <a:spcPts val="1400"/>
              </a:lnSpc>
              <a:buClr>
                <a:schemeClr val="accent3"/>
              </a:buClr>
              <a:defRPr sz="1200">
                <a:solidFill>
                  <a:schemeClr val="tx1"/>
                </a:solidFill>
              </a:defRPr>
            </a:lvl2pPr>
            <a:lvl3pPr marL="347663" indent="-174625">
              <a:lnSpc>
                <a:spcPts val="1400"/>
              </a:lnSpc>
              <a:buClr>
                <a:schemeClr val="accent3"/>
              </a:buClr>
              <a:defRPr sz="1200">
                <a:solidFill>
                  <a:schemeClr val="tx1"/>
                </a:solidFill>
              </a:defRPr>
            </a:lvl3pPr>
            <a:lvl4pPr marL="509588" indent="-161925">
              <a:lnSpc>
                <a:spcPts val="1200"/>
              </a:lnSpc>
              <a:buClr>
                <a:schemeClr val="accent3"/>
              </a:buClr>
              <a:defRPr sz="1100">
                <a:solidFill>
                  <a:schemeClr val="tx1"/>
                </a:solidFill>
              </a:defRPr>
            </a:lvl4pPr>
            <a:lvl5pPr>
              <a:lnSpc>
                <a:spcPct val="100000"/>
              </a:lnSpc>
              <a:defRPr sz="1200">
                <a:solidFill>
                  <a:schemeClr val="tx1"/>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
        <p:nvSpPr>
          <p:cNvPr id="37" name="Retângulo 43">
            <a:extLst>
              <a:ext uri="{FF2B5EF4-FFF2-40B4-BE49-F238E27FC236}">
                <a16:creationId xmlns:a16="http://schemas.microsoft.com/office/drawing/2014/main" id="{25FC8637-25BD-4C09-AF25-56B4243DAB3D}"/>
              </a:ext>
            </a:extLst>
          </p:cNvPr>
          <p:cNvSpPr/>
          <p:nvPr userDrawn="1"/>
        </p:nvSpPr>
        <p:spPr>
          <a:xfrm>
            <a:off x="11784013" y="6555758"/>
            <a:ext cx="242375" cy="215444"/>
          </a:xfrm>
          <a:prstGeom prst="rect">
            <a:avLst/>
          </a:prstGeom>
        </p:spPr>
        <p:txBody>
          <a:bodyPr wrap="none">
            <a:spAutoFit/>
          </a:bodyPr>
          <a:lstStyle/>
          <a:p>
            <a:pPr algn="r"/>
            <a:fld id="{0502E5A9-B53C-401E-A0E0-4A359BB0A9E5}" type="slidenum">
              <a:rPr lang="en-US" sz="800" smtClean="0">
                <a:solidFill>
                  <a:prstClr val="black">
                    <a:lumMod val="50000"/>
                    <a:lumOff val="50000"/>
                  </a:prstClr>
                </a:solidFill>
                <a:cs typeface="Arial" panose="020B0604020202020204" pitchFamily="34" charset="0"/>
              </a:rPr>
              <a:t>‹#›</a:t>
            </a:fld>
            <a:endParaRPr lang="en-US" sz="800" dirty="0">
              <a:solidFill>
                <a:prstClr val="black">
                  <a:lumMod val="50000"/>
                  <a:lumOff val="50000"/>
                </a:prstClr>
              </a:solidFill>
              <a:cs typeface="Arial" panose="020B0604020202020204" pitchFamily="34" charset="0"/>
            </a:endParaRPr>
          </a:p>
        </p:txBody>
      </p:sp>
      <p:sp>
        <p:nvSpPr>
          <p:cNvPr id="39" name="Rectangle 27">
            <a:hlinkClick r:id="rId4"/>
            <a:extLst>
              <a:ext uri="{FF2B5EF4-FFF2-40B4-BE49-F238E27FC236}">
                <a16:creationId xmlns:a16="http://schemas.microsoft.com/office/drawing/2014/main" id="{F376ABD1-4930-42EB-9A73-9A9C7C6BF2D3}"/>
              </a:ext>
            </a:extLst>
          </p:cNvPr>
          <p:cNvSpPr/>
          <p:nvPr userDrawn="1"/>
        </p:nvSpPr>
        <p:spPr>
          <a:xfrm>
            <a:off x="407988" y="6555971"/>
            <a:ext cx="2829007" cy="219456"/>
          </a:xfrm>
          <a:prstGeom prst="rect">
            <a:avLst/>
          </a:prstGeom>
        </p:spPr>
        <p:txBody>
          <a:bodyPr wrap="square" lIns="0" tIns="0" rIns="0" bIns="0" anchor="ctr" anchorCtr="0">
            <a:noAutofit/>
          </a:bodyPr>
          <a:lstStyle/>
          <a:p>
            <a:pPr lvl="0" algn="l" defTabSz="914400">
              <a:lnSpc>
                <a:spcPct val="85000"/>
              </a:lnSpc>
              <a:defRPr/>
            </a:pPr>
            <a:r>
              <a:rPr lang="en-US" sz="800" kern="0" dirty="0">
                <a:solidFill>
                  <a:srgbClr val="00458D"/>
                </a:solidFill>
                <a:latin typeface="+mj-lt"/>
                <a:cs typeface="Arial" panose="020B0604020202020204" pitchFamily="34" charset="0"/>
              </a:rPr>
              <a:t>Presentation Title | Author | Date</a:t>
            </a:r>
          </a:p>
        </p:txBody>
      </p:sp>
      <p:sp>
        <p:nvSpPr>
          <p:cNvPr id="40" name="Retângulo 43">
            <a:extLst>
              <a:ext uri="{FF2B5EF4-FFF2-40B4-BE49-F238E27FC236}">
                <a16:creationId xmlns:a16="http://schemas.microsoft.com/office/drawing/2014/main" id="{834ADCB4-BFB1-450D-8F6D-64217F4CD92C}"/>
              </a:ext>
            </a:extLst>
          </p:cNvPr>
          <p:cNvSpPr/>
          <p:nvPr userDrawn="1"/>
        </p:nvSpPr>
        <p:spPr>
          <a:xfrm>
            <a:off x="9560327" y="6555758"/>
            <a:ext cx="2223686" cy="219456"/>
          </a:xfrm>
          <a:prstGeom prst="rect">
            <a:avLst/>
          </a:prstGeom>
        </p:spPr>
        <p:txBody>
          <a:bodyPr wrap="none" lIns="0" tIns="0" rIns="0" bIns="0" anchor="ctr">
            <a:noAutofit/>
          </a:bodyPr>
          <a:lstStyle/>
          <a:p>
            <a:pPr algn="l"/>
            <a:r>
              <a:rPr lang="en-US" sz="800" dirty="0">
                <a:solidFill>
                  <a:schemeClr val="bg2">
                    <a:lumMod val="50000"/>
                  </a:schemeClr>
                </a:solidFill>
                <a:cs typeface="Arial" panose="020B0604020202020204" pitchFamily="34" charset="0"/>
              </a:rPr>
              <a:t>© 2017 Capgemini. All rights reserved.</a:t>
            </a:r>
          </a:p>
        </p:txBody>
      </p:sp>
    </p:spTree>
    <p:extLst>
      <p:ext uri="{BB962C8B-B14F-4D97-AF65-F5344CB8AC3E}">
        <p14:creationId xmlns:p14="http://schemas.microsoft.com/office/powerpoint/2010/main" val="1648764144"/>
      </p:ext>
    </p:extLst>
  </p:cSld>
  <p:clrMapOvr>
    <a:overrideClrMapping bg1="lt1" tx1="dk1" bg2="lt2" tx2="dk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act information">
    <p:spTree>
      <p:nvGrpSpPr>
        <p:cNvPr id="1" name=""/>
        <p:cNvGrpSpPr/>
        <p:nvPr/>
      </p:nvGrpSpPr>
      <p:grpSpPr>
        <a:xfrm>
          <a:off x="0" y="0"/>
          <a:ext cx="0" cy="0"/>
          <a:chOff x="0" y="0"/>
          <a:chExt cx="0" cy="0"/>
        </a:xfrm>
      </p:grpSpPr>
      <p:sp>
        <p:nvSpPr>
          <p:cNvPr id="18" name="Picture Placeholder 17">
            <a:extLst>
              <a:ext uri="{FF2B5EF4-FFF2-40B4-BE49-F238E27FC236}">
                <a16:creationId xmlns:a16="http://schemas.microsoft.com/office/drawing/2014/main" id="{EC1A94F9-DC7A-4538-8277-70A44CA10105}"/>
              </a:ext>
            </a:extLst>
          </p:cNvPr>
          <p:cNvSpPr>
            <a:spLocks noGrp="1"/>
          </p:cNvSpPr>
          <p:nvPr>
            <p:ph type="pic" sz="quarter" idx="10"/>
          </p:nvPr>
        </p:nvSpPr>
        <p:spPr>
          <a:xfrm>
            <a:off x="624115" y="1903413"/>
            <a:ext cx="1452563" cy="1671637"/>
          </a:xfrm>
          <a:prstGeom prst="rect">
            <a:avLst/>
          </a:prstGeom>
          <a:solidFill>
            <a:srgbClr val="D9D9D9"/>
          </a:solidFill>
        </p:spPr>
        <p:txBody>
          <a:bodyPr anchor="ctr"/>
          <a:lstStyle>
            <a:lvl1pPr algn="ctr">
              <a:defRPr/>
            </a:lvl1pPr>
          </a:lstStyle>
          <a:p>
            <a:endParaRPr lang="pt-PT"/>
          </a:p>
        </p:txBody>
      </p:sp>
      <p:sp>
        <p:nvSpPr>
          <p:cNvPr id="19" name="Picture Placeholder 17">
            <a:extLst>
              <a:ext uri="{FF2B5EF4-FFF2-40B4-BE49-F238E27FC236}">
                <a16:creationId xmlns:a16="http://schemas.microsoft.com/office/drawing/2014/main" id="{74E803A8-AB56-45EC-B2C1-515FBB73BB37}"/>
              </a:ext>
            </a:extLst>
          </p:cNvPr>
          <p:cNvSpPr>
            <a:spLocks noGrp="1"/>
          </p:cNvSpPr>
          <p:nvPr>
            <p:ph type="pic" sz="quarter" idx="11"/>
          </p:nvPr>
        </p:nvSpPr>
        <p:spPr>
          <a:xfrm>
            <a:off x="6455195" y="1903413"/>
            <a:ext cx="1452563" cy="1671637"/>
          </a:xfrm>
          <a:prstGeom prst="rect">
            <a:avLst/>
          </a:prstGeom>
          <a:solidFill>
            <a:srgbClr val="D9D9D9"/>
          </a:solidFill>
        </p:spPr>
        <p:txBody>
          <a:bodyPr anchor="ctr"/>
          <a:lstStyle>
            <a:lvl1pPr algn="ctr">
              <a:defRPr/>
            </a:lvl1pPr>
          </a:lstStyle>
          <a:p>
            <a:endParaRPr lang="pt-PT"/>
          </a:p>
        </p:txBody>
      </p:sp>
      <p:sp>
        <p:nvSpPr>
          <p:cNvPr id="20" name="Picture Placeholder 17">
            <a:extLst>
              <a:ext uri="{FF2B5EF4-FFF2-40B4-BE49-F238E27FC236}">
                <a16:creationId xmlns:a16="http://schemas.microsoft.com/office/drawing/2014/main" id="{9D1BE315-6BE9-4C05-9EDD-2BF1E943154E}"/>
              </a:ext>
            </a:extLst>
          </p:cNvPr>
          <p:cNvSpPr>
            <a:spLocks noGrp="1"/>
          </p:cNvSpPr>
          <p:nvPr>
            <p:ph type="pic" sz="quarter" idx="12"/>
          </p:nvPr>
        </p:nvSpPr>
        <p:spPr>
          <a:xfrm>
            <a:off x="624115" y="4379453"/>
            <a:ext cx="1452563" cy="1671637"/>
          </a:xfrm>
          <a:prstGeom prst="rect">
            <a:avLst/>
          </a:prstGeom>
          <a:solidFill>
            <a:srgbClr val="D9D9D9"/>
          </a:solidFill>
        </p:spPr>
        <p:txBody>
          <a:bodyPr anchor="ctr"/>
          <a:lstStyle>
            <a:lvl1pPr algn="ctr">
              <a:defRPr/>
            </a:lvl1pPr>
          </a:lstStyle>
          <a:p>
            <a:endParaRPr lang="pt-PT"/>
          </a:p>
        </p:txBody>
      </p:sp>
      <p:sp>
        <p:nvSpPr>
          <p:cNvPr id="21" name="Picture Placeholder 17">
            <a:extLst>
              <a:ext uri="{FF2B5EF4-FFF2-40B4-BE49-F238E27FC236}">
                <a16:creationId xmlns:a16="http://schemas.microsoft.com/office/drawing/2014/main" id="{1281E9B6-7C84-4FF5-B198-C8FC0C8924EE}"/>
              </a:ext>
            </a:extLst>
          </p:cNvPr>
          <p:cNvSpPr>
            <a:spLocks noGrp="1"/>
          </p:cNvSpPr>
          <p:nvPr>
            <p:ph type="pic" sz="quarter" idx="13"/>
          </p:nvPr>
        </p:nvSpPr>
        <p:spPr>
          <a:xfrm>
            <a:off x="6455195" y="4379453"/>
            <a:ext cx="1452563" cy="1671637"/>
          </a:xfrm>
          <a:prstGeom prst="rect">
            <a:avLst/>
          </a:prstGeom>
          <a:solidFill>
            <a:srgbClr val="D9D9D9"/>
          </a:solidFill>
        </p:spPr>
        <p:txBody>
          <a:bodyPr anchor="ctr"/>
          <a:lstStyle>
            <a:lvl1pPr algn="ctr">
              <a:defRPr/>
            </a:lvl1pPr>
          </a:lstStyle>
          <a:p>
            <a:endParaRPr lang="pt-PT"/>
          </a:p>
        </p:txBody>
      </p:sp>
      <p:sp>
        <p:nvSpPr>
          <p:cNvPr id="11"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407988" y="404813"/>
            <a:ext cx="11016604" cy="863600"/>
          </a:xfrm>
          <a:prstGeom prst="rect">
            <a:avLst/>
          </a:prstGeom>
        </p:spPr>
        <p:txBody>
          <a:bodyPr vert="horz" lIns="0" tIns="0" rIns="0" bIns="0" rtlCol="0" anchor="t">
            <a:normAutofit/>
          </a:bodyPr>
          <a:lstStyle>
            <a:lvl1pPr>
              <a:defRPr lang="pt-PT" dirty="0"/>
            </a:lvl1pPr>
          </a:lstStyle>
          <a:p>
            <a:pPr lvl="0">
              <a:lnSpc>
                <a:spcPts val="3000"/>
              </a:lnSpc>
            </a:pPr>
            <a:r>
              <a:rPr lang="en-US" dirty="0"/>
              <a:t>Click to add title</a:t>
            </a:r>
            <a:endParaRPr lang="pt-PT" dirty="0"/>
          </a:p>
        </p:txBody>
      </p:sp>
      <p:sp>
        <p:nvSpPr>
          <p:cNvPr id="13" name="Retângulo 43">
            <a:extLst>
              <a:ext uri="{FF2B5EF4-FFF2-40B4-BE49-F238E27FC236}">
                <a16:creationId xmlns:a16="http://schemas.microsoft.com/office/drawing/2014/main" id="{25FC8637-25BD-4C09-AF25-56B4243DAB3D}"/>
              </a:ext>
            </a:extLst>
          </p:cNvPr>
          <p:cNvSpPr/>
          <p:nvPr userDrawn="1"/>
        </p:nvSpPr>
        <p:spPr>
          <a:xfrm>
            <a:off x="11784013" y="6555758"/>
            <a:ext cx="242375" cy="215444"/>
          </a:xfrm>
          <a:prstGeom prst="rect">
            <a:avLst/>
          </a:prstGeom>
        </p:spPr>
        <p:txBody>
          <a:bodyPr wrap="none">
            <a:spAutoFit/>
          </a:bodyPr>
          <a:lstStyle/>
          <a:p>
            <a:pPr algn="r"/>
            <a:fld id="{0502E5A9-B53C-401E-A0E0-4A359BB0A9E5}" type="slidenum">
              <a:rPr lang="en-US" sz="800" smtClean="0">
                <a:solidFill>
                  <a:prstClr val="black">
                    <a:lumMod val="50000"/>
                    <a:lumOff val="50000"/>
                  </a:prstClr>
                </a:solidFill>
                <a:cs typeface="Arial" panose="020B0604020202020204" pitchFamily="34" charset="0"/>
              </a:rPr>
              <a:t>‹#›</a:t>
            </a:fld>
            <a:endParaRPr lang="en-US" sz="800" dirty="0">
              <a:solidFill>
                <a:prstClr val="black">
                  <a:lumMod val="50000"/>
                  <a:lumOff val="50000"/>
                </a:prstClr>
              </a:solidFill>
              <a:cs typeface="Arial" panose="020B0604020202020204" pitchFamily="34" charset="0"/>
            </a:endParaRPr>
          </a:p>
        </p:txBody>
      </p:sp>
      <p:cxnSp>
        <p:nvCxnSpPr>
          <p:cNvPr id="14"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3283674"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15" name="Rectangle 27">
            <a:hlinkClick r:id="rId2"/>
            <a:extLst>
              <a:ext uri="{FF2B5EF4-FFF2-40B4-BE49-F238E27FC236}">
                <a16:creationId xmlns:a16="http://schemas.microsoft.com/office/drawing/2014/main" id="{F376ABD1-4930-42EB-9A73-9A9C7C6BF2D3}"/>
              </a:ext>
            </a:extLst>
          </p:cNvPr>
          <p:cNvSpPr/>
          <p:nvPr userDrawn="1"/>
        </p:nvSpPr>
        <p:spPr>
          <a:xfrm>
            <a:off x="407988" y="6555971"/>
            <a:ext cx="2829007" cy="219456"/>
          </a:xfrm>
          <a:prstGeom prst="rect">
            <a:avLst/>
          </a:prstGeom>
        </p:spPr>
        <p:txBody>
          <a:bodyPr wrap="square" lIns="0" tIns="0" rIns="0" bIns="0" anchor="ctr" anchorCtr="0">
            <a:noAutofit/>
          </a:bodyPr>
          <a:lstStyle/>
          <a:p>
            <a:pPr lvl="0" algn="l" defTabSz="914400">
              <a:lnSpc>
                <a:spcPct val="85000"/>
              </a:lnSpc>
              <a:defRPr/>
            </a:pPr>
            <a:r>
              <a:rPr lang="en-US" sz="800" kern="0" dirty="0">
                <a:solidFill>
                  <a:srgbClr val="00458D"/>
                </a:solidFill>
                <a:latin typeface="+mj-lt"/>
                <a:cs typeface="Arial" panose="020B0604020202020204" pitchFamily="34" charset="0"/>
              </a:rPr>
              <a:t>Presentation Title | Author | Date</a:t>
            </a:r>
          </a:p>
        </p:txBody>
      </p:sp>
      <p:sp>
        <p:nvSpPr>
          <p:cNvPr id="16" name="Retângulo 43">
            <a:extLst>
              <a:ext uri="{FF2B5EF4-FFF2-40B4-BE49-F238E27FC236}">
                <a16:creationId xmlns:a16="http://schemas.microsoft.com/office/drawing/2014/main" id="{834ADCB4-BFB1-450D-8F6D-64217F4CD92C}"/>
              </a:ext>
            </a:extLst>
          </p:cNvPr>
          <p:cNvSpPr/>
          <p:nvPr userDrawn="1"/>
        </p:nvSpPr>
        <p:spPr>
          <a:xfrm>
            <a:off x="3411379" y="6555758"/>
            <a:ext cx="2223686" cy="219456"/>
          </a:xfrm>
          <a:prstGeom prst="rect">
            <a:avLst/>
          </a:prstGeom>
        </p:spPr>
        <p:txBody>
          <a:bodyPr wrap="none" lIns="0" tIns="0" rIns="0" bIns="0" anchor="ctr">
            <a:noAutofit/>
          </a:bodyPr>
          <a:lstStyle/>
          <a:p>
            <a:pPr algn="l"/>
            <a:r>
              <a:rPr lang="en-US" sz="800" dirty="0">
                <a:solidFill>
                  <a:schemeClr val="bg2">
                    <a:lumMod val="50000"/>
                  </a:schemeClr>
                </a:solidFill>
                <a:cs typeface="Arial" panose="020B0604020202020204" pitchFamily="34" charset="0"/>
              </a:rPr>
              <a:t>© 2017 Capgemini. All rights reserved.</a:t>
            </a:r>
          </a:p>
        </p:txBody>
      </p:sp>
      <p:sp>
        <p:nvSpPr>
          <p:cNvPr id="17" name="Text Placeholder 7">
            <a:extLst>
              <a:ext uri="{FF2B5EF4-FFF2-40B4-BE49-F238E27FC236}">
                <a16:creationId xmlns:a16="http://schemas.microsoft.com/office/drawing/2014/main" id="{9228FC83-C11D-47F2-8BDE-B10D125E5E87}"/>
              </a:ext>
            </a:extLst>
          </p:cNvPr>
          <p:cNvSpPr>
            <a:spLocks noGrp="1"/>
          </p:cNvSpPr>
          <p:nvPr>
            <p:ph type="body" sz="quarter" idx="32" hasCustomPrompt="1"/>
          </p:nvPr>
        </p:nvSpPr>
        <p:spPr>
          <a:xfrm>
            <a:off x="2207568" y="1903413"/>
            <a:ext cx="3743970" cy="1671637"/>
          </a:xfrm>
          <a:prstGeom prst="rect">
            <a:avLst/>
          </a:prstGeom>
        </p:spPr>
        <p:txBody>
          <a:bodyPr>
            <a:noAutofit/>
          </a:bodyPr>
          <a:lstStyle>
            <a:lvl1pPr>
              <a:lnSpc>
                <a:spcPts val="1600"/>
              </a:lnSpc>
              <a:defRPr sz="1400">
                <a:solidFill>
                  <a:schemeClr val="tx1"/>
                </a:solidFill>
              </a:defRPr>
            </a:lvl1pPr>
            <a:lvl2pPr marL="173038" indent="-168275">
              <a:lnSpc>
                <a:spcPts val="1400"/>
              </a:lnSpc>
              <a:buClr>
                <a:schemeClr val="accent1"/>
              </a:buClr>
              <a:defRPr sz="1200">
                <a:solidFill>
                  <a:schemeClr val="tx1"/>
                </a:solidFill>
              </a:defRPr>
            </a:lvl2pPr>
            <a:lvl3pPr marL="347663" indent="-174625">
              <a:lnSpc>
                <a:spcPts val="1400"/>
              </a:lnSpc>
              <a:buClr>
                <a:schemeClr val="accent1"/>
              </a:buClr>
              <a:defRPr sz="1200">
                <a:solidFill>
                  <a:schemeClr val="tx1"/>
                </a:solidFill>
              </a:defRPr>
            </a:lvl3pPr>
            <a:lvl4pPr marL="509588" indent="-161925">
              <a:lnSpc>
                <a:spcPts val="1200"/>
              </a:lnSpc>
              <a:buClr>
                <a:schemeClr val="accent1"/>
              </a:buClr>
              <a:defRPr sz="1100">
                <a:solidFill>
                  <a:schemeClr val="tx1"/>
                </a:solidFill>
              </a:defRPr>
            </a:lvl4pPr>
            <a:lvl5pPr>
              <a:lnSpc>
                <a:spcPct val="100000"/>
              </a:lnSpc>
              <a:defRPr sz="1200">
                <a:solidFill>
                  <a:schemeClr val="tx1"/>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
        <p:nvSpPr>
          <p:cNvPr id="24" name="Text Placeholder 7">
            <a:extLst>
              <a:ext uri="{FF2B5EF4-FFF2-40B4-BE49-F238E27FC236}">
                <a16:creationId xmlns:a16="http://schemas.microsoft.com/office/drawing/2014/main" id="{9228FC83-C11D-47F2-8BDE-B10D125E5E87}"/>
              </a:ext>
            </a:extLst>
          </p:cNvPr>
          <p:cNvSpPr>
            <a:spLocks noGrp="1"/>
          </p:cNvSpPr>
          <p:nvPr>
            <p:ph type="body" sz="quarter" idx="33" hasCustomPrompt="1"/>
          </p:nvPr>
        </p:nvSpPr>
        <p:spPr>
          <a:xfrm>
            <a:off x="8040043" y="1903413"/>
            <a:ext cx="3743970" cy="1671637"/>
          </a:xfrm>
          <a:prstGeom prst="rect">
            <a:avLst/>
          </a:prstGeom>
        </p:spPr>
        <p:txBody>
          <a:bodyPr>
            <a:noAutofit/>
          </a:bodyPr>
          <a:lstStyle>
            <a:lvl1pPr>
              <a:lnSpc>
                <a:spcPts val="1600"/>
              </a:lnSpc>
              <a:defRPr sz="1400">
                <a:solidFill>
                  <a:schemeClr val="tx1"/>
                </a:solidFill>
              </a:defRPr>
            </a:lvl1pPr>
            <a:lvl2pPr marL="173038" indent="-168275">
              <a:lnSpc>
                <a:spcPts val="1400"/>
              </a:lnSpc>
              <a:buClr>
                <a:schemeClr val="accent1"/>
              </a:buClr>
              <a:defRPr sz="1200">
                <a:solidFill>
                  <a:schemeClr val="tx1"/>
                </a:solidFill>
              </a:defRPr>
            </a:lvl2pPr>
            <a:lvl3pPr marL="347663" indent="-174625">
              <a:lnSpc>
                <a:spcPts val="1400"/>
              </a:lnSpc>
              <a:buClr>
                <a:schemeClr val="accent1"/>
              </a:buClr>
              <a:defRPr sz="1200">
                <a:solidFill>
                  <a:schemeClr val="tx1"/>
                </a:solidFill>
              </a:defRPr>
            </a:lvl3pPr>
            <a:lvl4pPr marL="509588" indent="-161925">
              <a:lnSpc>
                <a:spcPts val="1200"/>
              </a:lnSpc>
              <a:buClr>
                <a:schemeClr val="accent1"/>
              </a:buClr>
              <a:defRPr sz="1100">
                <a:solidFill>
                  <a:schemeClr val="tx1"/>
                </a:solidFill>
              </a:defRPr>
            </a:lvl4pPr>
            <a:lvl5pPr>
              <a:lnSpc>
                <a:spcPct val="100000"/>
              </a:lnSpc>
              <a:defRPr sz="1200">
                <a:solidFill>
                  <a:schemeClr val="tx1"/>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
        <p:nvSpPr>
          <p:cNvPr id="27" name="Text Placeholder 7">
            <a:extLst>
              <a:ext uri="{FF2B5EF4-FFF2-40B4-BE49-F238E27FC236}">
                <a16:creationId xmlns:a16="http://schemas.microsoft.com/office/drawing/2014/main" id="{9228FC83-C11D-47F2-8BDE-B10D125E5E87}"/>
              </a:ext>
            </a:extLst>
          </p:cNvPr>
          <p:cNvSpPr>
            <a:spLocks noGrp="1"/>
          </p:cNvSpPr>
          <p:nvPr>
            <p:ph type="body" sz="quarter" idx="34" hasCustomPrompt="1"/>
          </p:nvPr>
        </p:nvSpPr>
        <p:spPr>
          <a:xfrm>
            <a:off x="2207568" y="4379453"/>
            <a:ext cx="3743970" cy="1671637"/>
          </a:xfrm>
          <a:prstGeom prst="rect">
            <a:avLst/>
          </a:prstGeom>
        </p:spPr>
        <p:txBody>
          <a:bodyPr>
            <a:noAutofit/>
          </a:bodyPr>
          <a:lstStyle>
            <a:lvl1pPr>
              <a:lnSpc>
                <a:spcPts val="1600"/>
              </a:lnSpc>
              <a:defRPr sz="1400">
                <a:solidFill>
                  <a:schemeClr val="tx1"/>
                </a:solidFill>
              </a:defRPr>
            </a:lvl1pPr>
            <a:lvl2pPr marL="173038" indent="-168275">
              <a:lnSpc>
                <a:spcPts val="1400"/>
              </a:lnSpc>
              <a:buClr>
                <a:schemeClr val="accent1"/>
              </a:buClr>
              <a:defRPr sz="1200">
                <a:solidFill>
                  <a:schemeClr val="tx1"/>
                </a:solidFill>
              </a:defRPr>
            </a:lvl2pPr>
            <a:lvl3pPr marL="347663" indent="-174625">
              <a:lnSpc>
                <a:spcPts val="1400"/>
              </a:lnSpc>
              <a:buClr>
                <a:schemeClr val="accent1"/>
              </a:buClr>
              <a:defRPr sz="1200">
                <a:solidFill>
                  <a:schemeClr val="tx1"/>
                </a:solidFill>
              </a:defRPr>
            </a:lvl3pPr>
            <a:lvl4pPr marL="509588" indent="-161925">
              <a:lnSpc>
                <a:spcPts val="1200"/>
              </a:lnSpc>
              <a:buClr>
                <a:schemeClr val="accent1"/>
              </a:buClr>
              <a:defRPr sz="1100">
                <a:solidFill>
                  <a:schemeClr val="tx1"/>
                </a:solidFill>
              </a:defRPr>
            </a:lvl4pPr>
            <a:lvl5pPr>
              <a:lnSpc>
                <a:spcPct val="100000"/>
              </a:lnSpc>
              <a:defRPr sz="1200">
                <a:solidFill>
                  <a:schemeClr val="tx1"/>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
        <p:nvSpPr>
          <p:cNvPr id="28" name="Text Placeholder 7">
            <a:extLst>
              <a:ext uri="{FF2B5EF4-FFF2-40B4-BE49-F238E27FC236}">
                <a16:creationId xmlns:a16="http://schemas.microsoft.com/office/drawing/2014/main" id="{9228FC83-C11D-47F2-8BDE-B10D125E5E87}"/>
              </a:ext>
            </a:extLst>
          </p:cNvPr>
          <p:cNvSpPr>
            <a:spLocks noGrp="1"/>
          </p:cNvSpPr>
          <p:nvPr>
            <p:ph type="body" sz="quarter" idx="35" hasCustomPrompt="1"/>
          </p:nvPr>
        </p:nvSpPr>
        <p:spPr>
          <a:xfrm>
            <a:off x="8040043" y="4379453"/>
            <a:ext cx="3743970" cy="1671637"/>
          </a:xfrm>
          <a:prstGeom prst="rect">
            <a:avLst/>
          </a:prstGeom>
        </p:spPr>
        <p:txBody>
          <a:bodyPr>
            <a:noAutofit/>
          </a:bodyPr>
          <a:lstStyle>
            <a:lvl1pPr>
              <a:lnSpc>
                <a:spcPts val="1600"/>
              </a:lnSpc>
              <a:defRPr sz="1400">
                <a:solidFill>
                  <a:schemeClr val="tx1"/>
                </a:solidFill>
              </a:defRPr>
            </a:lvl1pPr>
            <a:lvl2pPr marL="173038" indent="-168275">
              <a:lnSpc>
                <a:spcPts val="1400"/>
              </a:lnSpc>
              <a:buClr>
                <a:schemeClr val="accent1"/>
              </a:buClr>
              <a:defRPr sz="1200">
                <a:solidFill>
                  <a:schemeClr val="tx1"/>
                </a:solidFill>
              </a:defRPr>
            </a:lvl2pPr>
            <a:lvl3pPr marL="347663" indent="-174625">
              <a:lnSpc>
                <a:spcPts val="1400"/>
              </a:lnSpc>
              <a:buClr>
                <a:schemeClr val="accent1"/>
              </a:buClr>
              <a:defRPr sz="1200">
                <a:solidFill>
                  <a:schemeClr val="tx1"/>
                </a:solidFill>
              </a:defRPr>
            </a:lvl3pPr>
            <a:lvl4pPr marL="509588" indent="-161925">
              <a:lnSpc>
                <a:spcPts val="1200"/>
              </a:lnSpc>
              <a:buClr>
                <a:schemeClr val="accent1"/>
              </a:buClr>
              <a:defRPr sz="1100">
                <a:solidFill>
                  <a:schemeClr val="tx1"/>
                </a:solidFill>
              </a:defRPr>
            </a:lvl4pPr>
            <a:lvl5pPr>
              <a:lnSpc>
                <a:spcPct val="100000"/>
              </a:lnSpc>
              <a:defRPr sz="1200">
                <a:solidFill>
                  <a:schemeClr val="tx1"/>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428770960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act details">
    <p:spTree>
      <p:nvGrpSpPr>
        <p:cNvPr id="1" name=""/>
        <p:cNvGrpSpPr/>
        <p:nvPr/>
      </p:nvGrpSpPr>
      <p:grpSpPr>
        <a:xfrm>
          <a:off x="0" y="0"/>
          <a:ext cx="0" cy="0"/>
          <a:chOff x="0" y="0"/>
          <a:chExt cx="0" cy="0"/>
        </a:xfrm>
      </p:grpSpPr>
      <p:sp>
        <p:nvSpPr>
          <p:cNvPr id="15" name="Text Placeholder 4">
            <a:extLst>
              <a:ext uri="{FF2B5EF4-FFF2-40B4-BE49-F238E27FC236}">
                <a16:creationId xmlns:a16="http://schemas.microsoft.com/office/drawing/2014/main" id="{38EB8B05-1295-4FBE-8D2F-3BFEB534AE51}"/>
              </a:ext>
            </a:extLst>
          </p:cNvPr>
          <p:cNvSpPr>
            <a:spLocks noGrp="1"/>
          </p:cNvSpPr>
          <p:nvPr>
            <p:ph type="body" sz="quarter" idx="29"/>
          </p:nvPr>
        </p:nvSpPr>
        <p:spPr>
          <a:xfrm>
            <a:off x="6638114" y="662159"/>
            <a:ext cx="4883669" cy="412363"/>
          </a:xfrm>
          <a:prstGeom prst="rect">
            <a:avLst/>
          </a:prstGeom>
          <a:noFill/>
        </p:spPr>
        <p:txBody>
          <a:bodyPr anchor="ctr">
            <a:noAutofit/>
          </a:bodyPr>
          <a:lstStyle>
            <a:lvl1pPr algn="l">
              <a:lnSpc>
                <a:spcPts val="3000"/>
              </a:lnSpc>
              <a:defRPr sz="2600" b="0">
                <a:solidFill>
                  <a:srgbClr val="12ABDB"/>
                </a:solidFill>
              </a:defRPr>
            </a:lvl1pPr>
            <a:lvl2pPr>
              <a:defRPr sz="1400"/>
            </a:lvl2pPr>
            <a:lvl3pPr>
              <a:defRPr sz="1200"/>
            </a:lvl3pPr>
            <a:lvl4pPr>
              <a:defRPr sz="1100"/>
            </a:lvl4pPr>
            <a:lvl5pPr>
              <a:defRPr sz="1100"/>
            </a:lvl5pPr>
          </a:lstStyle>
          <a:p>
            <a:pPr lvl="0"/>
            <a:r>
              <a:rPr lang="en-US" dirty="0"/>
              <a:t>Edit Master text styles</a:t>
            </a:r>
          </a:p>
        </p:txBody>
      </p:sp>
      <p:sp>
        <p:nvSpPr>
          <p:cNvPr id="16" name="Text Placeholder 4">
            <a:extLst>
              <a:ext uri="{FF2B5EF4-FFF2-40B4-BE49-F238E27FC236}">
                <a16:creationId xmlns:a16="http://schemas.microsoft.com/office/drawing/2014/main" id="{89F369BB-997D-4351-8E94-506F593BC826}"/>
              </a:ext>
            </a:extLst>
          </p:cNvPr>
          <p:cNvSpPr>
            <a:spLocks noGrp="1"/>
          </p:cNvSpPr>
          <p:nvPr>
            <p:ph type="body" sz="quarter" idx="30"/>
          </p:nvPr>
        </p:nvSpPr>
        <p:spPr>
          <a:xfrm>
            <a:off x="6638114" y="4374297"/>
            <a:ext cx="4883669" cy="412363"/>
          </a:xfrm>
          <a:prstGeom prst="rect">
            <a:avLst/>
          </a:prstGeom>
          <a:noFill/>
        </p:spPr>
        <p:txBody>
          <a:bodyPr anchor="ctr">
            <a:noAutofit/>
          </a:bodyPr>
          <a:lstStyle>
            <a:lvl1pPr algn="l">
              <a:lnSpc>
                <a:spcPts val="3000"/>
              </a:lnSpc>
              <a:defRPr sz="2600" b="0">
                <a:solidFill>
                  <a:srgbClr val="12ABDB"/>
                </a:solidFill>
              </a:defRPr>
            </a:lvl1pPr>
            <a:lvl2pPr>
              <a:defRPr sz="1400"/>
            </a:lvl2pPr>
            <a:lvl3pPr>
              <a:defRPr sz="1200"/>
            </a:lvl3pPr>
            <a:lvl4pPr>
              <a:defRPr sz="1100"/>
            </a:lvl4pPr>
            <a:lvl5pPr>
              <a:defRPr sz="1100"/>
            </a:lvl5pPr>
          </a:lstStyle>
          <a:p>
            <a:pPr lvl="0"/>
            <a:r>
              <a:rPr lang="en-US" dirty="0"/>
              <a:t>Edit Master text styles</a:t>
            </a:r>
          </a:p>
        </p:txBody>
      </p:sp>
      <p:sp>
        <p:nvSpPr>
          <p:cNvPr id="17" name="Text Placeholder 7">
            <a:extLst>
              <a:ext uri="{FF2B5EF4-FFF2-40B4-BE49-F238E27FC236}">
                <a16:creationId xmlns:a16="http://schemas.microsoft.com/office/drawing/2014/main" id="{1DC896E0-16D3-438F-B293-ED80E1183A74}"/>
              </a:ext>
            </a:extLst>
          </p:cNvPr>
          <p:cNvSpPr>
            <a:spLocks noGrp="1"/>
          </p:cNvSpPr>
          <p:nvPr>
            <p:ph type="body" sz="quarter" idx="31"/>
          </p:nvPr>
        </p:nvSpPr>
        <p:spPr>
          <a:xfrm>
            <a:off x="6638113" y="4810699"/>
            <a:ext cx="4883670" cy="1717101"/>
          </a:xfrm>
          <a:prstGeom prst="rect">
            <a:avLst/>
          </a:prstGeom>
        </p:spPr>
        <p:txBody>
          <a:bodyPr>
            <a:noAutofit/>
          </a:bodyPr>
          <a:lstStyle>
            <a:lvl1pPr>
              <a:lnSpc>
                <a:spcPts val="1600"/>
              </a:lnSpc>
              <a:defRPr sz="1400"/>
            </a:lvl1pPr>
            <a:lvl2pPr marL="173038" indent="-168275">
              <a:lnSpc>
                <a:spcPts val="1400"/>
              </a:lnSpc>
              <a:defRPr sz="1200"/>
            </a:lvl2pPr>
            <a:lvl3pPr marL="347663" indent="-174625">
              <a:lnSpc>
                <a:spcPts val="1200"/>
              </a:lnSpc>
              <a:defRPr sz="1100"/>
            </a:lvl3pPr>
            <a:lvl4pPr marL="404813" indent="-115888">
              <a:lnSpc>
                <a:spcPts val="1100"/>
              </a:lnSpc>
              <a:defRPr sz="1000"/>
            </a:lvl4pPr>
            <a:lvl5pPr>
              <a:lnSpc>
                <a:spcPct val="100000"/>
              </a:lnSpc>
              <a:defRPr sz="1200"/>
            </a:lvl5pPr>
          </a:lstStyle>
          <a:p>
            <a:pPr lvl="0"/>
            <a:r>
              <a:rPr lang="en-US" dirty="0"/>
              <a:t>Edit Master text styles</a:t>
            </a:r>
          </a:p>
          <a:p>
            <a:pPr lvl="1"/>
            <a:r>
              <a:rPr lang="en-US" dirty="0"/>
              <a:t>Second level</a:t>
            </a:r>
          </a:p>
          <a:p>
            <a:pPr lvl="2"/>
            <a:r>
              <a:rPr lang="en-US" dirty="0"/>
              <a:t>Third level</a:t>
            </a:r>
          </a:p>
          <a:p>
            <a:pPr lvl="3"/>
            <a:r>
              <a:rPr lang="en-US" dirty="0"/>
              <a:t>Fourth level</a:t>
            </a:r>
          </a:p>
        </p:txBody>
      </p:sp>
      <p:sp>
        <p:nvSpPr>
          <p:cNvPr id="18" name="Text Placeholder 7">
            <a:extLst>
              <a:ext uri="{FF2B5EF4-FFF2-40B4-BE49-F238E27FC236}">
                <a16:creationId xmlns:a16="http://schemas.microsoft.com/office/drawing/2014/main" id="{766AF42E-C565-4CFD-A0C6-69ADC5ED724D}"/>
              </a:ext>
            </a:extLst>
          </p:cNvPr>
          <p:cNvSpPr>
            <a:spLocks noGrp="1"/>
          </p:cNvSpPr>
          <p:nvPr>
            <p:ph type="body" sz="quarter" idx="32"/>
          </p:nvPr>
        </p:nvSpPr>
        <p:spPr>
          <a:xfrm>
            <a:off x="6638113" y="1265729"/>
            <a:ext cx="1981648" cy="1058371"/>
          </a:xfrm>
          <a:prstGeom prst="rect">
            <a:avLst/>
          </a:prstGeom>
        </p:spPr>
        <p:txBody>
          <a:bodyPr>
            <a:noAutofit/>
          </a:bodyPr>
          <a:lstStyle>
            <a:lvl1pPr>
              <a:lnSpc>
                <a:spcPts val="1400"/>
              </a:lnSpc>
              <a:defRPr sz="1200"/>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dirty="0"/>
              <a:t>Edit Master text styles</a:t>
            </a:r>
          </a:p>
        </p:txBody>
      </p:sp>
      <p:sp>
        <p:nvSpPr>
          <p:cNvPr id="19" name="Text Placeholder 7">
            <a:extLst>
              <a:ext uri="{FF2B5EF4-FFF2-40B4-BE49-F238E27FC236}">
                <a16:creationId xmlns:a16="http://schemas.microsoft.com/office/drawing/2014/main" id="{FEEE7B4B-7781-4178-8912-CB53DC7910B1}"/>
              </a:ext>
            </a:extLst>
          </p:cNvPr>
          <p:cNvSpPr>
            <a:spLocks noGrp="1"/>
          </p:cNvSpPr>
          <p:nvPr>
            <p:ph type="body" sz="quarter" idx="33"/>
          </p:nvPr>
        </p:nvSpPr>
        <p:spPr>
          <a:xfrm>
            <a:off x="9473096" y="1265729"/>
            <a:ext cx="1981648" cy="1058371"/>
          </a:xfrm>
          <a:prstGeom prst="rect">
            <a:avLst/>
          </a:prstGeom>
        </p:spPr>
        <p:txBody>
          <a:bodyPr>
            <a:noAutofit/>
          </a:bodyPr>
          <a:lstStyle>
            <a:lvl1pPr>
              <a:lnSpc>
                <a:spcPts val="1400"/>
              </a:lnSpc>
              <a:defRPr sz="1200"/>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dirty="0"/>
              <a:t>Edit Master text styles</a:t>
            </a:r>
          </a:p>
        </p:txBody>
      </p:sp>
      <p:sp>
        <p:nvSpPr>
          <p:cNvPr id="20" name="Text Placeholder 7">
            <a:extLst>
              <a:ext uri="{FF2B5EF4-FFF2-40B4-BE49-F238E27FC236}">
                <a16:creationId xmlns:a16="http://schemas.microsoft.com/office/drawing/2014/main" id="{65D71B9F-4F61-41D4-A7CC-FD63E71DC5A6}"/>
              </a:ext>
            </a:extLst>
          </p:cNvPr>
          <p:cNvSpPr>
            <a:spLocks noGrp="1"/>
          </p:cNvSpPr>
          <p:nvPr>
            <p:ph type="body" sz="quarter" idx="34"/>
          </p:nvPr>
        </p:nvSpPr>
        <p:spPr>
          <a:xfrm>
            <a:off x="6638113" y="2455544"/>
            <a:ext cx="1981648" cy="1058371"/>
          </a:xfrm>
          <a:prstGeom prst="rect">
            <a:avLst/>
          </a:prstGeom>
        </p:spPr>
        <p:txBody>
          <a:bodyPr>
            <a:noAutofit/>
          </a:bodyPr>
          <a:lstStyle>
            <a:lvl1pPr>
              <a:lnSpc>
                <a:spcPts val="1400"/>
              </a:lnSpc>
              <a:defRPr sz="1200"/>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dirty="0"/>
              <a:t>Edit Master text styles</a:t>
            </a:r>
          </a:p>
        </p:txBody>
      </p:sp>
      <p:sp>
        <p:nvSpPr>
          <p:cNvPr id="21" name="Text Placeholder 7">
            <a:extLst>
              <a:ext uri="{FF2B5EF4-FFF2-40B4-BE49-F238E27FC236}">
                <a16:creationId xmlns:a16="http://schemas.microsoft.com/office/drawing/2014/main" id="{1BD170B4-C089-4F45-8016-02293706DE36}"/>
              </a:ext>
            </a:extLst>
          </p:cNvPr>
          <p:cNvSpPr>
            <a:spLocks noGrp="1"/>
          </p:cNvSpPr>
          <p:nvPr>
            <p:ph type="body" sz="quarter" idx="35"/>
          </p:nvPr>
        </p:nvSpPr>
        <p:spPr>
          <a:xfrm>
            <a:off x="9473096" y="2455544"/>
            <a:ext cx="1981648" cy="1058371"/>
          </a:xfrm>
          <a:prstGeom prst="rect">
            <a:avLst/>
          </a:prstGeom>
        </p:spPr>
        <p:txBody>
          <a:bodyPr>
            <a:noAutofit/>
          </a:bodyPr>
          <a:lstStyle>
            <a:lvl1pPr>
              <a:lnSpc>
                <a:spcPts val="1400"/>
              </a:lnSpc>
              <a:defRPr sz="1200"/>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dirty="0"/>
              <a:t>Edit Master text styles</a:t>
            </a:r>
          </a:p>
        </p:txBody>
      </p:sp>
      <p:sp>
        <p:nvSpPr>
          <p:cNvPr id="22" name="Freeform: Shape 21">
            <a:extLst>
              <a:ext uri="{FF2B5EF4-FFF2-40B4-BE49-F238E27FC236}">
                <a16:creationId xmlns:a16="http://schemas.microsoft.com/office/drawing/2014/main" id="{E1D38B64-120F-4B33-BFE3-9536C55688C0}"/>
              </a:ext>
            </a:extLst>
          </p:cNvPr>
          <p:cNvSpPr>
            <a:spLocks/>
          </p:cNvSpPr>
          <p:nvPr userDrawn="1"/>
        </p:nvSpPr>
        <p:spPr bwMode="auto">
          <a:xfrm>
            <a:off x="0" y="0"/>
            <a:ext cx="6314264" cy="6858000"/>
          </a:xfrm>
          <a:custGeom>
            <a:avLst/>
            <a:gdLst>
              <a:gd name="connsiteX0" fmla="*/ 0 w 6314264"/>
              <a:gd name="connsiteY0" fmla="*/ 0 h 6850062"/>
              <a:gd name="connsiteX1" fmla="*/ 2371778 w 6314264"/>
              <a:gd name="connsiteY1" fmla="*/ 0 h 6850062"/>
              <a:gd name="connsiteX2" fmla="*/ 5821131 w 6314264"/>
              <a:gd name="connsiteY2" fmla="*/ 4462172 h 6850062"/>
              <a:gd name="connsiteX3" fmla="*/ 5967979 w 6314264"/>
              <a:gd name="connsiteY3" fmla="*/ 6737018 h 6850062"/>
              <a:gd name="connsiteX4" fmla="*/ 5901053 w 6314264"/>
              <a:gd name="connsiteY4" fmla="*/ 6850062 h 6850062"/>
              <a:gd name="connsiteX5" fmla="*/ 0 w 6314264"/>
              <a:gd name="connsiteY5" fmla="*/ 6850062 h 6850062"/>
              <a:gd name="connsiteX6" fmla="*/ 0 w 6314264"/>
              <a:gd name="connsiteY6" fmla="*/ 6791481 h 6850062"/>
              <a:gd name="connsiteX7" fmla="*/ 0 w 6314264"/>
              <a:gd name="connsiteY7" fmla="*/ 0 h 6850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14264" h="6850062">
                <a:moveTo>
                  <a:pt x="0" y="0"/>
                </a:moveTo>
                <a:cubicBezTo>
                  <a:pt x="0" y="0"/>
                  <a:pt x="0" y="0"/>
                  <a:pt x="2371778" y="0"/>
                </a:cubicBezTo>
                <a:cubicBezTo>
                  <a:pt x="2402328" y="4520519"/>
                  <a:pt x="6334924" y="5918074"/>
                  <a:pt x="5821131" y="4462172"/>
                </a:cubicBezTo>
                <a:cubicBezTo>
                  <a:pt x="6272436" y="4633046"/>
                  <a:pt x="6588349" y="5598554"/>
                  <a:pt x="5967979" y="6737018"/>
                </a:cubicBezTo>
                <a:lnTo>
                  <a:pt x="5901053" y="6850062"/>
                </a:lnTo>
                <a:lnTo>
                  <a:pt x="0" y="6850062"/>
                </a:lnTo>
                <a:lnTo>
                  <a:pt x="0" y="6791481"/>
                </a:lnTo>
                <a:cubicBezTo>
                  <a:pt x="0" y="5305461"/>
                  <a:pt x="0" y="3143977"/>
                  <a:pt x="0" y="0"/>
                </a:cubicBezTo>
                <a:close/>
              </a:path>
            </a:pathLst>
          </a:custGeom>
          <a:solidFill>
            <a:srgbClr val="2C004B"/>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pt-PT"/>
          </a:p>
        </p:txBody>
      </p:sp>
      <p:sp>
        <p:nvSpPr>
          <p:cNvPr id="23" name="Freeform 26">
            <a:extLst>
              <a:ext uri="{FF2B5EF4-FFF2-40B4-BE49-F238E27FC236}">
                <a16:creationId xmlns:a16="http://schemas.microsoft.com/office/drawing/2014/main" id="{B017E329-98D6-4441-B449-FBAD88FAA377}"/>
              </a:ext>
            </a:extLst>
          </p:cNvPr>
          <p:cNvSpPr>
            <a:spLocks/>
          </p:cNvSpPr>
          <p:nvPr userDrawn="1"/>
        </p:nvSpPr>
        <p:spPr bwMode="auto">
          <a:xfrm>
            <a:off x="5688408" y="4703082"/>
            <a:ext cx="414338" cy="339383"/>
          </a:xfrm>
          <a:custGeom>
            <a:avLst/>
            <a:gdLst>
              <a:gd name="T0" fmla="*/ 99 w 149"/>
              <a:gd name="T1" fmla="*/ 85 h 122"/>
              <a:gd name="T2" fmla="*/ 149 w 149"/>
              <a:gd name="T3" fmla="*/ 34 h 122"/>
              <a:gd name="T4" fmla="*/ 112 w 149"/>
              <a:gd name="T5" fmla="*/ 0 h 122"/>
              <a:gd name="T6" fmla="*/ 39 w 149"/>
              <a:gd name="T7" fmla="*/ 78 h 122"/>
              <a:gd name="T8" fmla="*/ 0 w 149"/>
              <a:gd name="T9" fmla="*/ 114 h 122"/>
              <a:gd name="T10" fmla="*/ 29 w 149"/>
              <a:gd name="T11" fmla="*/ 122 h 122"/>
              <a:gd name="T12" fmla="*/ 99 w 149"/>
              <a:gd name="T13" fmla="*/ 99 h 122"/>
              <a:gd name="T14" fmla="*/ 64 w 149"/>
              <a:gd name="T15" fmla="*/ 68 h 122"/>
              <a:gd name="T16" fmla="*/ 99 w 149"/>
              <a:gd name="T17" fmla="*/ 85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9" h="122">
                <a:moveTo>
                  <a:pt x="99" y="85"/>
                </a:moveTo>
                <a:cubicBezTo>
                  <a:pt x="127" y="85"/>
                  <a:pt x="149" y="62"/>
                  <a:pt x="149" y="34"/>
                </a:cubicBezTo>
                <a:cubicBezTo>
                  <a:pt x="147" y="22"/>
                  <a:pt x="143" y="0"/>
                  <a:pt x="112" y="0"/>
                </a:cubicBezTo>
                <a:cubicBezTo>
                  <a:pt x="78" y="0"/>
                  <a:pt x="67" y="48"/>
                  <a:pt x="39" y="78"/>
                </a:cubicBezTo>
                <a:cubicBezTo>
                  <a:pt x="37" y="96"/>
                  <a:pt x="20" y="111"/>
                  <a:pt x="0" y="114"/>
                </a:cubicBezTo>
                <a:cubicBezTo>
                  <a:pt x="5" y="119"/>
                  <a:pt x="16" y="122"/>
                  <a:pt x="29" y="122"/>
                </a:cubicBezTo>
                <a:cubicBezTo>
                  <a:pt x="54" y="122"/>
                  <a:pt x="84" y="115"/>
                  <a:pt x="99" y="99"/>
                </a:cubicBezTo>
                <a:cubicBezTo>
                  <a:pt x="78" y="100"/>
                  <a:pt x="65" y="86"/>
                  <a:pt x="64" y="68"/>
                </a:cubicBezTo>
                <a:cubicBezTo>
                  <a:pt x="74" y="80"/>
                  <a:pt x="85" y="85"/>
                  <a:pt x="99" y="85"/>
                </a:cubicBezTo>
              </a:path>
            </a:pathLst>
          </a:custGeom>
          <a:solidFill>
            <a:srgbClr val="00B9E7"/>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pt-PT" b="1"/>
          </a:p>
        </p:txBody>
      </p:sp>
      <p:sp>
        <p:nvSpPr>
          <p:cNvPr id="24" name="Freeform 27">
            <a:extLst>
              <a:ext uri="{FF2B5EF4-FFF2-40B4-BE49-F238E27FC236}">
                <a16:creationId xmlns:a16="http://schemas.microsoft.com/office/drawing/2014/main" id="{8015E310-A729-4C80-936F-71D663EE6DA7}"/>
              </a:ext>
            </a:extLst>
          </p:cNvPr>
          <p:cNvSpPr>
            <a:spLocks/>
          </p:cNvSpPr>
          <p:nvPr userDrawn="1"/>
        </p:nvSpPr>
        <p:spPr bwMode="auto">
          <a:xfrm>
            <a:off x="5471869" y="4458435"/>
            <a:ext cx="630877" cy="536142"/>
          </a:xfrm>
          <a:custGeom>
            <a:avLst/>
            <a:gdLst>
              <a:gd name="T0" fmla="*/ 227 w 227"/>
              <a:gd name="T1" fmla="*/ 120 h 193"/>
              <a:gd name="T2" fmla="*/ 188 w 227"/>
              <a:gd name="T3" fmla="*/ 40 h 193"/>
              <a:gd name="T4" fmla="*/ 127 w 227"/>
              <a:gd name="T5" fmla="*/ 3 h 193"/>
              <a:gd name="T6" fmla="*/ 122 w 227"/>
              <a:gd name="T7" fmla="*/ 0 h 193"/>
              <a:gd name="T8" fmla="*/ 122 w 227"/>
              <a:gd name="T9" fmla="*/ 0 h 193"/>
              <a:gd name="T10" fmla="*/ 0 w 227"/>
              <a:gd name="T11" fmla="*/ 125 h 193"/>
              <a:gd name="T12" fmla="*/ 42 w 227"/>
              <a:gd name="T13" fmla="*/ 187 h 193"/>
              <a:gd name="T14" fmla="*/ 85 w 227"/>
              <a:gd name="T15" fmla="*/ 188 h 193"/>
              <a:gd name="T16" fmla="*/ 117 w 227"/>
              <a:gd name="T17" fmla="*/ 166 h 193"/>
              <a:gd name="T18" fmla="*/ 190 w 227"/>
              <a:gd name="T19" fmla="*/ 88 h 193"/>
              <a:gd name="T20" fmla="*/ 227 w 227"/>
              <a:gd name="T21" fmla="*/ 122 h 193"/>
              <a:gd name="T22" fmla="*/ 227 w 227"/>
              <a:gd name="T23" fmla="*/ 120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7" h="193">
                <a:moveTo>
                  <a:pt x="227" y="120"/>
                </a:moveTo>
                <a:cubicBezTo>
                  <a:pt x="226" y="89"/>
                  <a:pt x="211" y="62"/>
                  <a:pt x="188" y="40"/>
                </a:cubicBezTo>
                <a:cubicBezTo>
                  <a:pt x="170" y="24"/>
                  <a:pt x="149" y="12"/>
                  <a:pt x="127" y="3"/>
                </a:cubicBezTo>
                <a:cubicBezTo>
                  <a:pt x="125" y="2"/>
                  <a:pt x="123" y="1"/>
                  <a:pt x="122" y="0"/>
                </a:cubicBezTo>
                <a:cubicBezTo>
                  <a:pt x="122" y="0"/>
                  <a:pt x="122" y="0"/>
                  <a:pt x="122" y="0"/>
                </a:cubicBezTo>
                <a:cubicBezTo>
                  <a:pt x="94" y="33"/>
                  <a:pt x="0" y="57"/>
                  <a:pt x="0" y="125"/>
                </a:cubicBezTo>
                <a:cubicBezTo>
                  <a:pt x="0" y="152"/>
                  <a:pt x="17" y="177"/>
                  <a:pt x="42" y="187"/>
                </a:cubicBezTo>
                <a:cubicBezTo>
                  <a:pt x="56" y="193"/>
                  <a:pt x="71" y="193"/>
                  <a:pt x="85" y="188"/>
                </a:cubicBezTo>
                <a:cubicBezTo>
                  <a:pt x="98" y="184"/>
                  <a:pt x="108" y="176"/>
                  <a:pt x="117" y="166"/>
                </a:cubicBezTo>
                <a:cubicBezTo>
                  <a:pt x="145" y="136"/>
                  <a:pt x="156" y="88"/>
                  <a:pt x="190" y="88"/>
                </a:cubicBezTo>
                <a:cubicBezTo>
                  <a:pt x="221" y="88"/>
                  <a:pt x="225" y="110"/>
                  <a:pt x="227" y="122"/>
                </a:cubicBezTo>
                <a:cubicBezTo>
                  <a:pt x="227" y="122"/>
                  <a:pt x="227" y="121"/>
                  <a:pt x="227" y="120"/>
                </a:cubicBezTo>
              </a:path>
            </a:pathLst>
          </a:custGeom>
          <a:solidFill>
            <a:srgbClr val="007DB6"/>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pt-PT" b="1"/>
          </a:p>
        </p:txBody>
      </p:sp>
      <p:sp>
        <p:nvSpPr>
          <p:cNvPr id="25" name="Text Placeholder 7">
            <a:extLst>
              <a:ext uri="{FF2B5EF4-FFF2-40B4-BE49-F238E27FC236}">
                <a16:creationId xmlns:a16="http://schemas.microsoft.com/office/drawing/2014/main" id="{BBB56F29-6918-4BD4-9377-61503A926466}"/>
              </a:ext>
            </a:extLst>
          </p:cNvPr>
          <p:cNvSpPr>
            <a:spLocks noGrp="1"/>
          </p:cNvSpPr>
          <p:nvPr>
            <p:ph type="body" sz="quarter" idx="36"/>
          </p:nvPr>
        </p:nvSpPr>
        <p:spPr>
          <a:xfrm>
            <a:off x="412692" y="4869077"/>
            <a:ext cx="3344087" cy="1088820"/>
          </a:xfrm>
          <a:prstGeom prst="rect">
            <a:avLst/>
          </a:prstGeom>
        </p:spPr>
        <p:txBody>
          <a:bodyPr anchor="b">
            <a:noAutofit/>
          </a:bodyPr>
          <a:lstStyle>
            <a:lvl1pPr>
              <a:lnSpc>
                <a:spcPts val="1600"/>
              </a:lnSpc>
              <a:spcAft>
                <a:spcPts val="0"/>
              </a:spcAft>
              <a:defRPr sz="140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dirty="0"/>
              <a:t>Edit Master text styles</a:t>
            </a:r>
          </a:p>
        </p:txBody>
      </p:sp>
      <p:sp>
        <p:nvSpPr>
          <p:cNvPr id="13" name="Retângulo 43">
            <a:extLst>
              <a:ext uri="{FF2B5EF4-FFF2-40B4-BE49-F238E27FC236}">
                <a16:creationId xmlns:a16="http://schemas.microsoft.com/office/drawing/2014/main" id="{25FC8637-25BD-4C09-AF25-56B4243DAB3D}"/>
              </a:ext>
            </a:extLst>
          </p:cNvPr>
          <p:cNvSpPr/>
          <p:nvPr userDrawn="1"/>
        </p:nvSpPr>
        <p:spPr>
          <a:xfrm>
            <a:off x="11784013" y="6555758"/>
            <a:ext cx="242375" cy="215444"/>
          </a:xfrm>
          <a:prstGeom prst="rect">
            <a:avLst/>
          </a:prstGeom>
        </p:spPr>
        <p:txBody>
          <a:bodyPr wrap="none">
            <a:spAutoFit/>
          </a:bodyPr>
          <a:lstStyle/>
          <a:p>
            <a:pPr algn="r"/>
            <a:fld id="{0502E5A9-B53C-401E-A0E0-4A359BB0A9E5}" type="slidenum">
              <a:rPr lang="en-US" sz="800" smtClean="0">
                <a:solidFill>
                  <a:prstClr val="black">
                    <a:lumMod val="50000"/>
                    <a:lumOff val="50000"/>
                  </a:prstClr>
                </a:solidFill>
                <a:cs typeface="Arial" panose="020B0604020202020204" pitchFamily="34" charset="0"/>
              </a:rPr>
              <a:t>‹#›</a:t>
            </a:fld>
            <a:endParaRPr lang="en-US" sz="800" dirty="0">
              <a:solidFill>
                <a:prstClr val="black">
                  <a:lumMod val="50000"/>
                  <a:lumOff val="50000"/>
                </a:prstClr>
              </a:solidFill>
              <a:cs typeface="Arial" panose="020B0604020202020204" pitchFamily="34" charset="0"/>
            </a:endParaRPr>
          </a:p>
        </p:txBody>
      </p:sp>
      <p:cxnSp>
        <p:nvCxnSpPr>
          <p:cNvPr id="14"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3283674" y="6587911"/>
            <a:ext cx="0" cy="155576"/>
          </a:xfrm>
          <a:prstGeom prst="line">
            <a:avLst/>
          </a:prstGeom>
          <a:solidFill>
            <a:schemeClr val="tx1"/>
          </a:solidFill>
          <a:ln w="12700" cap="rnd">
            <a:solidFill>
              <a:schemeClr val="bg1"/>
            </a:solidFill>
            <a:round/>
          </a:ln>
        </p:spPr>
        <p:style>
          <a:lnRef idx="1">
            <a:schemeClr val="accent1"/>
          </a:lnRef>
          <a:fillRef idx="0">
            <a:schemeClr val="accent1"/>
          </a:fillRef>
          <a:effectRef idx="0">
            <a:schemeClr val="accent1"/>
          </a:effectRef>
          <a:fontRef idx="minor">
            <a:schemeClr val="tx1"/>
          </a:fontRef>
        </p:style>
      </p:cxnSp>
      <p:sp>
        <p:nvSpPr>
          <p:cNvPr id="26" name="Rectangle 27">
            <a:hlinkClick r:id="rId2"/>
            <a:extLst>
              <a:ext uri="{FF2B5EF4-FFF2-40B4-BE49-F238E27FC236}">
                <a16:creationId xmlns:a16="http://schemas.microsoft.com/office/drawing/2014/main" id="{F376ABD1-4930-42EB-9A73-9A9C7C6BF2D3}"/>
              </a:ext>
            </a:extLst>
          </p:cNvPr>
          <p:cNvSpPr/>
          <p:nvPr userDrawn="1"/>
        </p:nvSpPr>
        <p:spPr>
          <a:xfrm>
            <a:off x="407988" y="6555971"/>
            <a:ext cx="2829007" cy="219456"/>
          </a:xfrm>
          <a:prstGeom prst="rect">
            <a:avLst/>
          </a:prstGeom>
        </p:spPr>
        <p:txBody>
          <a:bodyPr wrap="square" lIns="0" tIns="0" rIns="0" bIns="0" anchor="ctr" anchorCtr="0">
            <a:noAutofit/>
          </a:bodyPr>
          <a:lstStyle/>
          <a:p>
            <a:pPr lvl="0" algn="l" defTabSz="914400">
              <a:lnSpc>
                <a:spcPct val="85000"/>
              </a:lnSpc>
              <a:defRPr/>
            </a:pPr>
            <a:r>
              <a:rPr lang="en-US" sz="800" kern="0" dirty="0">
                <a:solidFill>
                  <a:schemeClr val="bg1"/>
                </a:solidFill>
                <a:latin typeface="+mj-lt"/>
                <a:cs typeface="Arial" panose="020B0604020202020204" pitchFamily="34" charset="0"/>
              </a:rPr>
              <a:t>Presentation Title | Author | Date</a:t>
            </a:r>
          </a:p>
        </p:txBody>
      </p:sp>
      <p:sp>
        <p:nvSpPr>
          <p:cNvPr id="27" name="Retângulo 43">
            <a:extLst>
              <a:ext uri="{FF2B5EF4-FFF2-40B4-BE49-F238E27FC236}">
                <a16:creationId xmlns:a16="http://schemas.microsoft.com/office/drawing/2014/main" id="{834ADCB4-BFB1-450D-8F6D-64217F4CD92C}"/>
              </a:ext>
            </a:extLst>
          </p:cNvPr>
          <p:cNvSpPr/>
          <p:nvPr userDrawn="1"/>
        </p:nvSpPr>
        <p:spPr>
          <a:xfrm>
            <a:off x="3411379" y="6555758"/>
            <a:ext cx="2223686" cy="219456"/>
          </a:xfrm>
          <a:prstGeom prst="rect">
            <a:avLst/>
          </a:prstGeom>
        </p:spPr>
        <p:txBody>
          <a:bodyPr wrap="none" lIns="0" tIns="0" rIns="0" bIns="0" anchor="ctr">
            <a:noAutofit/>
          </a:bodyPr>
          <a:lstStyle/>
          <a:p>
            <a:pPr algn="l"/>
            <a:r>
              <a:rPr lang="en-US" sz="800" dirty="0">
                <a:solidFill>
                  <a:schemeClr val="bg1"/>
                </a:solidFill>
                <a:cs typeface="Arial" panose="020B0604020202020204" pitchFamily="34" charset="0"/>
              </a:rPr>
              <a:t>© 2017 Capgemini. All rights reserved.</a:t>
            </a:r>
          </a:p>
        </p:txBody>
      </p:sp>
    </p:spTree>
    <p:extLst>
      <p:ext uri="{BB962C8B-B14F-4D97-AF65-F5344CB8AC3E}">
        <p14:creationId xmlns:p14="http://schemas.microsoft.com/office/powerpoint/2010/main" val="332730684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ext with Shapes - Layout4">
    <p:bg>
      <p:bgRef idx="1001">
        <a:schemeClr val="bg1"/>
      </p:bgRef>
    </p:bg>
    <p:spTree>
      <p:nvGrpSpPr>
        <p:cNvPr id="1" name=""/>
        <p:cNvGrpSpPr/>
        <p:nvPr/>
      </p:nvGrpSpPr>
      <p:grpSpPr>
        <a:xfrm>
          <a:off x="0" y="0"/>
          <a:ext cx="0" cy="0"/>
          <a:chOff x="0" y="0"/>
          <a:chExt cx="0" cy="0"/>
        </a:xfrm>
      </p:grpSpPr>
      <p:pic>
        <p:nvPicPr>
          <p:cNvPr id="16" name="Graphic 15">
            <a:extLst>
              <a:ext uri="{FF2B5EF4-FFF2-40B4-BE49-F238E27FC236}">
                <a16:creationId xmlns:a16="http://schemas.microsoft.com/office/drawing/2014/main" id="{9816AFFC-77B8-4D07-A4F8-5D71746F909B}"/>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9060"/>
          <a:stretch/>
        </p:blipFill>
        <p:spPr>
          <a:xfrm flipH="1">
            <a:off x="0" y="0"/>
            <a:ext cx="6728158" cy="6236668"/>
          </a:xfrm>
          <a:prstGeom prst="rect">
            <a:avLst/>
          </a:prstGeom>
        </p:spPr>
      </p:pic>
      <p:sp>
        <p:nvSpPr>
          <p:cNvPr id="19" name="Text Placeholder 7">
            <a:extLst>
              <a:ext uri="{FF2B5EF4-FFF2-40B4-BE49-F238E27FC236}">
                <a16:creationId xmlns:a16="http://schemas.microsoft.com/office/drawing/2014/main" id="{F44B07A7-FBF2-491D-B0F6-7A5448F53F32}"/>
              </a:ext>
            </a:extLst>
          </p:cNvPr>
          <p:cNvSpPr>
            <a:spLocks noGrp="1"/>
          </p:cNvSpPr>
          <p:nvPr>
            <p:ph type="body" sz="quarter" idx="35" hasCustomPrompt="1"/>
          </p:nvPr>
        </p:nvSpPr>
        <p:spPr>
          <a:xfrm>
            <a:off x="407988" y="2439343"/>
            <a:ext cx="4940178" cy="1008112"/>
          </a:xfrm>
          <a:prstGeom prst="rect">
            <a:avLst/>
          </a:prstGeom>
        </p:spPr>
        <p:txBody>
          <a:bodyPr anchor="t">
            <a:noAutofit/>
          </a:bodyPr>
          <a:lstStyle>
            <a:lvl1pPr algn="l">
              <a:lnSpc>
                <a:spcPts val="1800"/>
              </a:lnSpc>
              <a:spcAft>
                <a:spcPts val="600"/>
              </a:spcAft>
              <a:defRPr sz="160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dirty="0"/>
              <a:t>Click to insert text</a:t>
            </a:r>
          </a:p>
        </p:txBody>
      </p:sp>
      <p:sp>
        <p:nvSpPr>
          <p:cNvPr id="20" name="Text Placeholder 7">
            <a:extLst>
              <a:ext uri="{FF2B5EF4-FFF2-40B4-BE49-F238E27FC236}">
                <a16:creationId xmlns:a16="http://schemas.microsoft.com/office/drawing/2014/main" id="{6956FD36-565A-4468-BCC4-CB7785266950}"/>
              </a:ext>
            </a:extLst>
          </p:cNvPr>
          <p:cNvSpPr>
            <a:spLocks noGrp="1"/>
          </p:cNvSpPr>
          <p:nvPr>
            <p:ph type="body" sz="quarter" idx="36" hasCustomPrompt="1"/>
          </p:nvPr>
        </p:nvSpPr>
        <p:spPr>
          <a:xfrm>
            <a:off x="7896200" y="1404921"/>
            <a:ext cx="3887813" cy="524886"/>
          </a:xfrm>
          <a:prstGeom prst="rect">
            <a:avLst/>
          </a:prstGeom>
        </p:spPr>
        <p:txBody>
          <a:bodyPr anchor="ctr">
            <a:noAutofit/>
          </a:bodyPr>
          <a:lstStyle>
            <a:lvl1pPr algn="l">
              <a:lnSpc>
                <a:spcPts val="1600"/>
              </a:lnSpc>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dirty="0"/>
              <a:t>Click to insert text</a:t>
            </a:r>
          </a:p>
        </p:txBody>
      </p:sp>
      <p:sp>
        <p:nvSpPr>
          <p:cNvPr id="21" name="Text Placeholder 7">
            <a:extLst>
              <a:ext uri="{FF2B5EF4-FFF2-40B4-BE49-F238E27FC236}">
                <a16:creationId xmlns:a16="http://schemas.microsoft.com/office/drawing/2014/main" id="{16278310-82AA-4E47-A510-E54DC245FB2B}"/>
              </a:ext>
            </a:extLst>
          </p:cNvPr>
          <p:cNvSpPr>
            <a:spLocks noGrp="1"/>
          </p:cNvSpPr>
          <p:nvPr>
            <p:ph type="body" sz="quarter" idx="37" hasCustomPrompt="1"/>
          </p:nvPr>
        </p:nvSpPr>
        <p:spPr>
          <a:xfrm>
            <a:off x="7896200" y="5918247"/>
            <a:ext cx="3887813" cy="524886"/>
          </a:xfrm>
          <a:prstGeom prst="rect">
            <a:avLst/>
          </a:prstGeom>
        </p:spPr>
        <p:txBody>
          <a:bodyPr anchor="ctr">
            <a:noAutofit/>
          </a:bodyPr>
          <a:lstStyle>
            <a:lvl1pPr algn="l">
              <a:lnSpc>
                <a:spcPts val="1600"/>
              </a:lnSpc>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dirty="0"/>
              <a:t>Click to insert text</a:t>
            </a:r>
          </a:p>
        </p:txBody>
      </p:sp>
      <p:sp>
        <p:nvSpPr>
          <p:cNvPr id="22" name="Text Placeholder 7">
            <a:extLst>
              <a:ext uri="{FF2B5EF4-FFF2-40B4-BE49-F238E27FC236}">
                <a16:creationId xmlns:a16="http://schemas.microsoft.com/office/drawing/2014/main" id="{ABF327CC-2917-45F5-82B2-75A9F742E63A}"/>
              </a:ext>
            </a:extLst>
          </p:cNvPr>
          <p:cNvSpPr>
            <a:spLocks noGrp="1"/>
          </p:cNvSpPr>
          <p:nvPr>
            <p:ph type="body" sz="quarter" idx="38" hasCustomPrompt="1"/>
          </p:nvPr>
        </p:nvSpPr>
        <p:spPr>
          <a:xfrm>
            <a:off x="7896200" y="5015581"/>
            <a:ext cx="3887813" cy="524886"/>
          </a:xfrm>
          <a:prstGeom prst="rect">
            <a:avLst/>
          </a:prstGeom>
        </p:spPr>
        <p:txBody>
          <a:bodyPr anchor="ctr">
            <a:noAutofit/>
          </a:bodyPr>
          <a:lstStyle>
            <a:lvl1pPr algn="l">
              <a:lnSpc>
                <a:spcPts val="1600"/>
              </a:lnSpc>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dirty="0"/>
              <a:t>Click to insert text</a:t>
            </a:r>
          </a:p>
        </p:txBody>
      </p:sp>
      <p:sp>
        <p:nvSpPr>
          <p:cNvPr id="23" name="Text Placeholder 7">
            <a:extLst>
              <a:ext uri="{FF2B5EF4-FFF2-40B4-BE49-F238E27FC236}">
                <a16:creationId xmlns:a16="http://schemas.microsoft.com/office/drawing/2014/main" id="{169195DA-4761-45A5-B68F-E20845F04F0C}"/>
              </a:ext>
            </a:extLst>
          </p:cNvPr>
          <p:cNvSpPr>
            <a:spLocks noGrp="1"/>
          </p:cNvSpPr>
          <p:nvPr>
            <p:ph type="body" sz="quarter" idx="39" hasCustomPrompt="1"/>
          </p:nvPr>
        </p:nvSpPr>
        <p:spPr>
          <a:xfrm>
            <a:off x="7896200" y="4112916"/>
            <a:ext cx="3887813" cy="524886"/>
          </a:xfrm>
          <a:prstGeom prst="rect">
            <a:avLst/>
          </a:prstGeom>
        </p:spPr>
        <p:txBody>
          <a:bodyPr anchor="ctr">
            <a:noAutofit/>
          </a:bodyPr>
          <a:lstStyle>
            <a:lvl1pPr algn="l">
              <a:lnSpc>
                <a:spcPts val="1600"/>
              </a:lnSpc>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dirty="0"/>
              <a:t>Click to insert text</a:t>
            </a:r>
          </a:p>
        </p:txBody>
      </p:sp>
      <p:sp>
        <p:nvSpPr>
          <p:cNvPr id="24" name="Text Placeholder 7">
            <a:extLst>
              <a:ext uri="{FF2B5EF4-FFF2-40B4-BE49-F238E27FC236}">
                <a16:creationId xmlns:a16="http://schemas.microsoft.com/office/drawing/2014/main" id="{343313FC-7C2A-4C39-A322-E5328A14AED9}"/>
              </a:ext>
            </a:extLst>
          </p:cNvPr>
          <p:cNvSpPr>
            <a:spLocks noGrp="1"/>
          </p:cNvSpPr>
          <p:nvPr>
            <p:ph type="body" sz="quarter" idx="40" hasCustomPrompt="1"/>
          </p:nvPr>
        </p:nvSpPr>
        <p:spPr>
          <a:xfrm>
            <a:off x="7896200" y="3210251"/>
            <a:ext cx="3887813" cy="524886"/>
          </a:xfrm>
          <a:prstGeom prst="rect">
            <a:avLst/>
          </a:prstGeom>
        </p:spPr>
        <p:txBody>
          <a:bodyPr anchor="ctr">
            <a:noAutofit/>
          </a:bodyPr>
          <a:lstStyle>
            <a:lvl1pPr algn="l">
              <a:lnSpc>
                <a:spcPts val="1600"/>
              </a:lnSpc>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dirty="0"/>
              <a:t>Click to insert text</a:t>
            </a:r>
          </a:p>
        </p:txBody>
      </p:sp>
      <p:sp>
        <p:nvSpPr>
          <p:cNvPr id="25" name="Text Placeholder 7">
            <a:extLst>
              <a:ext uri="{FF2B5EF4-FFF2-40B4-BE49-F238E27FC236}">
                <a16:creationId xmlns:a16="http://schemas.microsoft.com/office/drawing/2014/main" id="{C9E896F1-84B5-4E7A-BD88-FFAFED8559EB}"/>
              </a:ext>
            </a:extLst>
          </p:cNvPr>
          <p:cNvSpPr>
            <a:spLocks noGrp="1"/>
          </p:cNvSpPr>
          <p:nvPr>
            <p:ph type="body" sz="quarter" idx="41" hasCustomPrompt="1"/>
          </p:nvPr>
        </p:nvSpPr>
        <p:spPr>
          <a:xfrm>
            <a:off x="7896200" y="2307586"/>
            <a:ext cx="3887813" cy="524886"/>
          </a:xfrm>
          <a:prstGeom prst="rect">
            <a:avLst/>
          </a:prstGeom>
        </p:spPr>
        <p:txBody>
          <a:bodyPr anchor="ctr">
            <a:noAutofit/>
          </a:bodyPr>
          <a:lstStyle>
            <a:lvl1pPr algn="l">
              <a:lnSpc>
                <a:spcPts val="1600"/>
              </a:lnSpc>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dirty="0"/>
              <a:t>Click to insert text</a:t>
            </a:r>
          </a:p>
        </p:txBody>
      </p:sp>
      <p:sp>
        <p:nvSpPr>
          <p:cNvPr id="11"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407988" y="1447298"/>
            <a:ext cx="5471988" cy="863600"/>
          </a:xfrm>
          <a:prstGeom prst="rect">
            <a:avLst/>
          </a:prstGeom>
        </p:spPr>
        <p:txBody>
          <a:bodyPr vert="horz" lIns="0" tIns="0" rIns="0" bIns="0" rtlCol="0" anchor="t">
            <a:normAutofit/>
          </a:bodyPr>
          <a:lstStyle>
            <a:lvl1pPr>
              <a:defRPr lang="pt-PT" dirty="0">
                <a:solidFill>
                  <a:schemeClr val="bg1"/>
                </a:solidFill>
              </a:defRPr>
            </a:lvl1pPr>
          </a:lstStyle>
          <a:p>
            <a:pPr lvl="0">
              <a:lnSpc>
                <a:spcPts val="3000"/>
              </a:lnSpc>
            </a:pPr>
            <a:r>
              <a:rPr lang="en-US" dirty="0"/>
              <a:t>Click to add title</a:t>
            </a:r>
            <a:endParaRPr lang="pt-PT" dirty="0"/>
          </a:p>
        </p:txBody>
      </p:sp>
      <p:sp>
        <p:nvSpPr>
          <p:cNvPr id="12" name="Retângulo 43">
            <a:extLst>
              <a:ext uri="{FF2B5EF4-FFF2-40B4-BE49-F238E27FC236}">
                <a16:creationId xmlns:a16="http://schemas.microsoft.com/office/drawing/2014/main" id="{25FC8637-25BD-4C09-AF25-56B4243DAB3D}"/>
              </a:ext>
            </a:extLst>
          </p:cNvPr>
          <p:cNvSpPr/>
          <p:nvPr userDrawn="1"/>
        </p:nvSpPr>
        <p:spPr>
          <a:xfrm>
            <a:off x="11784013" y="6555758"/>
            <a:ext cx="242375" cy="215444"/>
          </a:xfrm>
          <a:prstGeom prst="rect">
            <a:avLst/>
          </a:prstGeom>
        </p:spPr>
        <p:txBody>
          <a:bodyPr wrap="none">
            <a:spAutoFit/>
          </a:bodyPr>
          <a:lstStyle/>
          <a:p>
            <a:pPr algn="r"/>
            <a:fld id="{0502E5A9-B53C-401E-A0E0-4A359BB0A9E5}" type="slidenum">
              <a:rPr lang="en-US" sz="800" smtClean="0">
                <a:solidFill>
                  <a:prstClr val="black">
                    <a:lumMod val="50000"/>
                    <a:lumOff val="50000"/>
                  </a:prstClr>
                </a:solidFill>
                <a:cs typeface="Arial" panose="020B0604020202020204" pitchFamily="34" charset="0"/>
              </a:rPr>
              <a:t>‹#›</a:t>
            </a:fld>
            <a:endParaRPr lang="en-US" sz="800" dirty="0">
              <a:solidFill>
                <a:prstClr val="black">
                  <a:lumMod val="50000"/>
                  <a:lumOff val="50000"/>
                </a:prstClr>
              </a:solidFill>
              <a:cs typeface="Arial" panose="020B0604020202020204" pitchFamily="34" charset="0"/>
            </a:endParaRPr>
          </a:p>
        </p:txBody>
      </p:sp>
      <p:cxnSp>
        <p:nvCxnSpPr>
          <p:cNvPr id="13"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3283674"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14" name="Rectangle 27">
            <a:hlinkClick r:id="rId4"/>
            <a:extLst>
              <a:ext uri="{FF2B5EF4-FFF2-40B4-BE49-F238E27FC236}">
                <a16:creationId xmlns:a16="http://schemas.microsoft.com/office/drawing/2014/main" id="{F376ABD1-4930-42EB-9A73-9A9C7C6BF2D3}"/>
              </a:ext>
            </a:extLst>
          </p:cNvPr>
          <p:cNvSpPr/>
          <p:nvPr userDrawn="1"/>
        </p:nvSpPr>
        <p:spPr>
          <a:xfrm>
            <a:off x="407988" y="6555971"/>
            <a:ext cx="2829007" cy="219456"/>
          </a:xfrm>
          <a:prstGeom prst="rect">
            <a:avLst/>
          </a:prstGeom>
        </p:spPr>
        <p:txBody>
          <a:bodyPr wrap="square" lIns="0" tIns="0" rIns="0" bIns="0" anchor="ctr" anchorCtr="0">
            <a:noAutofit/>
          </a:bodyPr>
          <a:lstStyle/>
          <a:p>
            <a:pPr lvl="0" algn="l" defTabSz="914400">
              <a:lnSpc>
                <a:spcPct val="85000"/>
              </a:lnSpc>
              <a:defRPr/>
            </a:pPr>
            <a:r>
              <a:rPr lang="en-US" sz="800" kern="0" dirty="0">
                <a:solidFill>
                  <a:srgbClr val="00458D"/>
                </a:solidFill>
                <a:latin typeface="+mj-lt"/>
                <a:cs typeface="Arial" panose="020B0604020202020204" pitchFamily="34" charset="0"/>
              </a:rPr>
              <a:t>Presentation Title | Author | Date</a:t>
            </a:r>
          </a:p>
        </p:txBody>
      </p:sp>
      <p:sp>
        <p:nvSpPr>
          <p:cNvPr id="15" name="Retângulo 43">
            <a:extLst>
              <a:ext uri="{FF2B5EF4-FFF2-40B4-BE49-F238E27FC236}">
                <a16:creationId xmlns:a16="http://schemas.microsoft.com/office/drawing/2014/main" id="{834ADCB4-BFB1-450D-8F6D-64217F4CD92C}"/>
              </a:ext>
            </a:extLst>
          </p:cNvPr>
          <p:cNvSpPr/>
          <p:nvPr userDrawn="1"/>
        </p:nvSpPr>
        <p:spPr>
          <a:xfrm>
            <a:off x="3411379" y="6555758"/>
            <a:ext cx="2223686" cy="219456"/>
          </a:xfrm>
          <a:prstGeom prst="rect">
            <a:avLst/>
          </a:prstGeom>
        </p:spPr>
        <p:txBody>
          <a:bodyPr wrap="none" lIns="0" tIns="0" rIns="0" bIns="0" anchor="ctr">
            <a:noAutofit/>
          </a:bodyPr>
          <a:lstStyle/>
          <a:p>
            <a:pPr algn="l"/>
            <a:r>
              <a:rPr lang="en-US" sz="800" dirty="0">
                <a:solidFill>
                  <a:schemeClr val="bg2">
                    <a:lumMod val="50000"/>
                  </a:schemeClr>
                </a:solidFill>
                <a:cs typeface="Arial" panose="020B0604020202020204" pitchFamily="34" charset="0"/>
              </a:rPr>
              <a:t>© 2017 Capgemini. All rights reserved.</a:t>
            </a:r>
          </a:p>
        </p:txBody>
      </p:sp>
    </p:spTree>
    <p:extLst>
      <p:ext uri="{BB962C8B-B14F-4D97-AF65-F5344CB8AC3E}">
        <p14:creationId xmlns:p14="http://schemas.microsoft.com/office/powerpoint/2010/main" val="551247089"/>
      </p:ext>
    </p:extLst>
  </p:cSld>
  <p:clrMapOvr>
    <a:overrideClrMapping bg1="lt1" tx1="dk1" bg2="lt2" tx2="dk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columns with signature circle">
    <p:bg>
      <p:bgRef idx="1001">
        <a:schemeClr val="bg1"/>
      </p:bgRef>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46919663-CB01-46C8-8B1A-7D7C5FFB79D0}"/>
              </a:ext>
            </a:extLst>
          </p:cNvPr>
          <p:cNvSpPr/>
          <p:nvPr userDrawn="1"/>
        </p:nvSpPr>
        <p:spPr>
          <a:xfrm>
            <a:off x="998106" y="2708995"/>
            <a:ext cx="3017520" cy="3528293"/>
          </a:xfrm>
          <a:prstGeom prst="rect">
            <a:avLst/>
          </a:prstGeom>
          <a:noFill/>
          <a:ln w="38100">
            <a:solidFill>
              <a:srgbClr val="E6E7E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6" name="Rectangle 15">
            <a:extLst>
              <a:ext uri="{FF2B5EF4-FFF2-40B4-BE49-F238E27FC236}">
                <a16:creationId xmlns:a16="http://schemas.microsoft.com/office/drawing/2014/main" id="{07A11129-008D-4898-86B9-B6C83562FA3A}"/>
              </a:ext>
            </a:extLst>
          </p:cNvPr>
          <p:cNvSpPr/>
          <p:nvPr userDrawn="1"/>
        </p:nvSpPr>
        <p:spPr>
          <a:xfrm>
            <a:off x="4601266" y="2744279"/>
            <a:ext cx="3017520" cy="3528293"/>
          </a:xfrm>
          <a:prstGeom prst="rect">
            <a:avLst/>
          </a:prstGeom>
          <a:noFill/>
          <a:ln w="38100">
            <a:solidFill>
              <a:srgbClr val="E6E7E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7" name="Rectangle 16">
            <a:extLst>
              <a:ext uri="{FF2B5EF4-FFF2-40B4-BE49-F238E27FC236}">
                <a16:creationId xmlns:a16="http://schemas.microsoft.com/office/drawing/2014/main" id="{92D1F7AF-5F53-4627-A1CF-B58FCC387FCC}"/>
              </a:ext>
            </a:extLst>
          </p:cNvPr>
          <p:cNvSpPr/>
          <p:nvPr userDrawn="1"/>
        </p:nvSpPr>
        <p:spPr>
          <a:xfrm>
            <a:off x="8204425" y="2744279"/>
            <a:ext cx="3017520" cy="3528293"/>
          </a:xfrm>
          <a:prstGeom prst="rect">
            <a:avLst/>
          </a:prstGeom>
          <a:noFill/>
          <a:ln w="38100">
            <a:solidFill>
              <a:srgbClr val="E6E7E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2" name="Oval 20">
            <a:extLst>
              <a:ext uri="{FF2B5EF4-FFF2-40B4-BE49-F238E27FC236}">
                <a16:creationId xmlns:a16="http://schemas.microsoft.com/office/drawing/2014/main" id="{C5DBDB28-88AB-4F14-9F73-9D7C1E6EE4B1}"/>
              </a:ext>
            </a:extLst>
          </p:cNvPr>
          <p:cNvSpPr/>
          <p:nvPr userDrawn="1"/>
        </p:nvSpPr>
        <p:spPr>
          <a:xfrm>
            <a:off x="8674834" y="1772816"/>
            <a:ext cx="2076703" cy="1962143"/>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95E6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3" name="Oval 20">
            <a:extLst>
              <a:ext uri="{FF2B5EF4-FFF2-40B4-BE49-F238E27FC236}">
                <a16:creationId xmlns:a16="http://schemas.microsoft.com/office/drawing/2014/main" id="{2F532516-8DF9-44A4-935A-3131E96D437E}"/>
              </a:ext>
            </a:extLst>
          </p:cNvPr>
          <p:cNvSpPr/>
          <p:nvPr userDrawn="1"/>
        </p:nvSpPr>
        <p:spPr>
          <a:xfrm>
            <a:off x="5071675" y="1772816"/>
            <a:ext cx="2076703" cy="1962143"/>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12AB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4" name="Oval 20">
            <a:extLst>
              <a:ext uri="{FF2B5EF4-FFF2-40B4-BE49-F238E27FC236}">
                <a16:creationId xmlns:a16="http://schemas.microsoft.com/office/drawing/2014/main" id="{41ACABC2-6590-4E4B-9507-376785C34C7E}"/>
              </a:ext>
            </a:extLst>
          </p:cNvPr>
          <p:cNvSpPr/>
          <p:nvPr userDrawn="1"/>
        </p:nvSpPr>
        <p:spPr>
          <a:xfrm>
            <a:off x="1468515" y="1772816"/>
            <a:ext cx="2076703" cy="1962143"/>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2800" b="1"/>
          </a:p>
        </p:txBody>
      </p:sp>
      <p:sp>
        <p:nvSpPr>
          <p:cNvPr id="27" name="Text Placeholder 26">
            <a:extLst>
              <a:ext uri="{FF2B5EF4-FFF2-40B4-BE49-F238E27FC236}">
                <a16:creationId xmlns:a16="http://schemas.microsoft.com/office/drawing/2014/main" id="{EE342E13-99A8-4C50-9113-E5C3E8EF275E}"/>
              </a:ext>
            </a:extLst>
          </p:cNvPr>
          <p:cNvSpPr>
            <a:spLocks noGrp="1"/>
          </p:cNvSpPr>
          <p:nvPr>
            <p:ph type="body" sz="quarter" idx="10" hasCustomPrompt="1"/>
          </p:nvPr>
        </p:nvSpPr>
        <p:spPr>
          <a:xfrm>
            <a:off x="1678985" y="2492375"/>
            <a:ext cx="1655762" cy="576263"/>
          </a:xfrm>
          <a:prstGeom prst="rect">
            <a:avLst/>
          </a:prstGeom>
        </p:spPr>
        <p:txBody>
          <a:bodyPr anchor="ctr">
            <a:noAutofit/>
          </a:bodyPr>
          <a:lstStyle>
            <a:lvl1pPr algn="ctr">
              <a:lnSpc>
                <a:spcPts val="3000"/>
              </a:lnSpc>
              <a:defRPr sz="2600" b="1">
                <a:solidFill>
                  <a:schemeClr val="bg1"/>
                </a:solidFill>
              </a:defRPr>
            </a:lvl1pPr>
          </a:lstStyle>
          <a:p>
            <a:pPr lvl="0"/>
            <a:r>
              <a:rPr lang="pt-PT" dirty="0" err="1"/>
              <a:t>xx</a:t>
            </a:r>
            <a:r>
              <a:rPr lang="pt-PT" dirty="0"/>
              <a:t>%</a:t>
            </a:r>
          </a:p>
        </p:txBody>
      </p:sp>
      <p:sp>
        <p:nvSpPr>
          <p:cNvPr id="28" name="Text Placeholder 26">
            <a:extLst>
              <a:ext uri="{FF2B5EF4-FFF2-40B4-BE49-F238E27FC236}">
                <a16:creationId xmlns:a16="http://schemas.microsoft.com/office/drawing/2014/main" id="{28BE06D5-C195-451B-AC35-95E3C649BB59}"/>
              </a:ext>
            </a:extLst>
          </p:cNvPr>
          <p:cNvSpPr>
            <a:spLocks noGrp="1"/>
          </p:cNvSpPr>
          <p:nvPr>
            <p:ph type="body" sz="quarter" idx="11" hasCustomPrompt="1"/>
          </p:nvPr>
        </p:nvSpPr>
        <p:spPr>
          <a:xfrm>
            <a:off x="5282145" y="2492896"/>
            <a:ext cx="1655762" cy="576263"/>
          </a:xfrm>
          <a:prstGeom prst="rect">
            <a:avLst/>
          </a:prstGeom>
        </p:spPr>
        <p:txBody>
          <a:bodyPr anchor="ctr">
            <a:noAutofit/>
          </a:bodyPr>
          <a:lstStyle>
            <a:lvl1pPr algn="ctr">
              <a:lnSpc>
                <a:spcPts val="3000"/>
              </a:lnSpc>
              <a:defRPr sz="2600" b="1">
                <a:solidFill>
                  <a:schemeClr val="bg1"/>
                </a:solidFill>
              </a:defRPr>
            </a:lvl1pPr>
          </a:lstStyle>
          <a:p>
            <a:pPr lvl="0"/>
            <a:r>
              <a:rPr lang="pt-PT" dirty="0" err="1"/>
              <a:t>xx</a:t>
            </a:r>
            <a:r>
              <a:rPr lang="pt-PT" dirty="0"/>
              <a:t>%</a:t>
            </a:r>
          </a:p>
        </p:txBody>
      </p:sp>
      <p:sp>
        <p:nvSpPr>
          <p:cNvPr id="29" name="Text Placeholder 26">
            <a:extLst>
              <a:ext uri="{FF2B5EF4-FFF2-40B4-BE49-F238E27FC236}">
                <a16:creationId xmlns:a16="http://schemas.microsoft.com/office/drawing/2014/main" id="{303436BB-C15C-4765-BFF1-9337F7680429}"/>
              </a:ext>
            </a:extLst>
          </p:cNvPr>
          <p:cNvSpPr>
            <a:spLocks noGrp="1"/>
          </p:cNvSpPr>
          <p:nvPr>
            <p:ph type="body" sz="quarter" idx="12" hasCustomPrompt="1"/>
          </p:nvPr>
        </p:nvSpPr>
        <p:spPr>
          <a:xfrm>
            <a:off x="8885304" y="2465855"/>
            <a:ext cx="1655762" cy="576263"/>
          </a:xfrm>
          <a:prstGeom prst="rect">
            <a:avLst/>
          </a:prstGeom>
        </p:spPr>
        <p:txBody>
          <a:bodyPr anchor="ctr">
            <a:noAutofit/>
          </a:bodyPr>
          <a:lstStyle>
            <a:lvl1pPr algn="ctr">
              <a:lnSpc>
                <a:spcPts val="3000"/>
              </a:lnSpc>
              <a:defRPr sz="2600" b="1">
                <a:solidFill>
                  <a:schemeClr val="bg1"/>
                </a:solidFill>
              </a:defRPr>
            </a:lvl1pPr>
          </a:lstStyle>
          <a:p>
            <a:pPr lvl="0"/>
            <a:r>
              <a:rPr lang="pt-PT" dirty="0" err="1"/>
              <a:t>xx</a:t>
            </a:r>
            <a:r>
              <a:rPr lang="pt-PT" dirty="0"/>
              <a:t>%</a:t>
            </a:r>
          </a:p>
        </p:txBody>
      </p:sp>
      <p:sp>
        <p:nvSpPr>
          <p:cNvPr id="31" name="Text Placeholder 30">
            <a:extLst>
              <a:ext uri="{FF2B5EF4-FFF2-40B4-BE49-F238E27FC236}">
                <a16:creationId xmlns:a16="http://schemas.microsoft.com/office/drawing/2014/main" id="{1162E3C5-6092-4641-B639-FF818E2DB588}"/>
              </a:ext>
            </a:extLst>
          </p:cNvPr>
          <p:cNvSpPr>
            <a:spLocks noGrp="1"/>
          </p:cNvSpPr>
          <p:nvPr>
            <p:ph type="body" sz="quarter" idx="13" hasCustomPrompt="1"/>
          </p:nvPr>
        </p:nvSpPr>
        <p:spPr>
          <a:xfrm>
            <a:off x="1138441" y="4005263"/>
            <a:ext cx="2736850" cy="647700"/>
          </a:xfrm>
          <a:prstGeom prst="rect">
            <a:avLst/>
          </a:prstGeom>
        </p:spPr>
        <p:txBody>
          <a:bodyPr/>
          <a:lstStyle>
            <a:lvl1pPr algn="ctr">
              <a:defRPr/>
            </a:lvl1pPr>
            <a:lvl2pPr marL="457200" indent="0">
              <a:buNone/>
              <a:defRPr/>
            </a:lvl2pPr>
          </a:lstStyle>
          <a:p>
            <a:pPr lvl="0"/>
            <a:r>
              <a:rPr lang="en-US" dirty="0"/>
              <a:t>Click to insert text</a:t>
            </a:r>
          </a:p>
        </p:txBody>
      </p:sp>
      <p:sp>
        <p:nvSpPr>
          <p:cNvPr id="32" name="Text Placeholder 30">
            <a:extLst>
              <a:ext uri="{FF2B5EF4-FFF2-40B4-BE49-F238E27FC236}">
                <a16:creationId xmlns:a16="http://schemas.microsoft.com/office/drawing/2014/main" id="{B4C4A495-4C6A-49E0-8118-A975B2E88321}"/>
              </a:ext>
            </a:extLst>
          </p:cNvPr>
          <p:cNvSpPr>
            <a:spLocks noGrp="1"/>
          </p:cNvSpPr>
          <p:nvPr>
            <p:ph type="body" sz="quarter" idx="14" hasCustomPrompt="1"/>
          </p:nvPr>
        </p:nvSpPr>
        <p:spPr>
          <a:xfrm>
            <a:off x="4741601" y="4005064"/>
            <a:ext cx="2736850" cy="647700"/>
          </a:xfrm>
          <a:prstGeom prst="rect">
            <a:avLst/>
          </a:prstGeom>
        </p:spPr>
        <p:txBody>
          <a:bodyPr/>
          <a:lstStyle>
            <a:lvl1pPr algn="ctr">
              <a:defRPr/>
            </a:lvl1pPr>
            <a:lvl2pPr marL="457200" indent="0">
              <a:buNone/>
              <a:defRPr/>
            </a:lvl2pPr>
          </a:lstStyle>
          <a:p>
            <a:pPr lvl="0"/>
            <a:r>
              <a:rPr lang="en-US" dirty="0"/>
              <a:t>Click to insert text</a:t>
            </a:r>
          </a:p>
        </p:txBody>
      </p:sp>
      <p:sp>
        <p:nvSpPr>
          <p:cNvPr id="33" name="Text Placeholder 30">
            <a:extLst>
              <a:ext uri="{FF2B5EF4-FFF2-40B4-BE49-F238E27FC236}">
                <a16:creationId xmlns:a16="http://schemas.microsoft.com/office/drawing/2014/main" id="{8C784D9E-AFE4-47BA-87D1-E386C20ED64C}"/>
              </a:ext>
            </a:extLst>
          </p:cNvPr>
          <p:cNvSpPr>
            <a:spLocks noGrp="1"/>
          </p:cNvSpPr>
          <p:nvPr>
            <p:ph type="body" sz="quarter" idx="15" hasCustomPrompt="1"/>
          </p:nvPr>
        </p:nvSpPr>
        <p:spPr>
          <a:xfrm>
            <a:off x="8344760" y="4005064"/>
            <a:ext cx="2736850" cy="647700"/>
          </a:xfrm>
          <a:prstGeom prst="rect">
            <a:avLst/>
          </a:prstGeom>
        </p:spPr>
        <p:txBody>
          <a:bodyPr/>
          <a:lstStyle>
            <a:lvl1pPr algn="ctr">
              <a:defRPr/>
            </a:lvl1pPr>
            <a:lvl2pPr marL="457200" indent="0">
              <a:buNone/>
              <a:defRPr/>
            </a:lvl2pPr>
          </a:lstStyle>
          <a:p>
            <a:pPr lvl="0"/>
            <a:r>
              <a:rPr lang="en-US" dirty="0"/>
              <a:t>Click to insert text</a:t>
            </a:r>
          </a:p>
        </p:txBody>
      </p:sp>
      <p:sp>
        <p:nvSpPr>
          <p:cNvPr id="37" name="Text Placeholder 36">
            <a:extLst>
              <a:ext uri="{FF2B5EF4-FFF2-40B4-BE49-F238E27FC236}">
                <a16:creationId xmlns:a16="http://schemas.microsoft.com/office/drawing/2014/main" id="{38EBB49C-19EA-4D54-98F7-9E9FF53FD1B6}"/>
              </a:ext>
            </a:extLst>
          </p:cNvPr>
          <p:cNvSpPr>
            <a:spLocks noGrp="1"/>
          </p:cNvSpPr>
          <p:nvPr>
            <p:ph type="body" sz="quarter" idx="16" hasCustomPrompt="1"/>
          </p:nvPr>
        </p:nvSpPr>
        <p:spPr>
          <a:xfrm>
            <a:off x="8344760" y="4941888"/>
            <a:ext cx="2736850" cy="935037"/>
          </a:xfrm>
          <a:prstGeom prst="rect">
            <a:avLst/>
          </a:prstGeom>
        </p:spPr>
        <p:txBody>
          <a:bodyPr>
            <a:normAutofit/>
          </a:bodyPr>
          <a:lstStyle>
            <a:lvl1pPr>
              <a:defRPr sz="1400"/>
            </a:lvl1pPr>
          </a:lstStyle>
          <a:p>
            <a:pPr lvl="0"/>
            <a:r>
              <a:rPr lang="en-US" dirty="0"/>
              <a:t>Click to insert text</a:t>
            </a:r>
          </a:p>
        </p:txBody>
      </p:sp>
      <p:sp>
        <p:nvSpPr>
          <p:cNvPr id="38" name="Text Placeholder 36">
            <a:extLst>
              <a:ext uri="{FF2B5EF4-FFF2-40B4-BE49-F238E27FC236}">
                <a16:creationId xmlns:a16="http://schemas.microsoft.com/office/drawing/2014/main" id="{914F5F94-C619-4353-985D-517B9A1ED51A}"/>
              </a:ext>
            </a:extLst>
          </p:cNvPr>
          <p:cNvSpPr>
            <a:spLocks noGrp="1"/>
          </p:cNvSpPr>
          <p:nvPr>
            <p:ph type="body" sz="quarter" idx="17" hasCustomPrompt="1"/>
          </p:nvPr>
        </p:nvSpPr>
        <p:spPr>
          <a:xfrm>
            <a:off x="4741601" y="4919315"/>
            <a:ext cx="2736850" cy="935037"/>
          </a:xfrm>
          <a:prstGeom prst="rect">
            <a:avLst/>
          </a:prstGeom>
        </p:spPr>
        <p:txBody>
          <a:bodyPr>
            <a:normAutofit/>
          </a:bodyPr>
          <a:lstStyle>
            <a:lvl1pPr>
              <a:defRPr sz="1400"/>
            </a:lvl1pPr>
          </a:lstStyle>
          <a:p>
            <a:pPr lvl="0"/>
            <a:r>
              <a:rPr lang="en-US" dirty="0"/>
              <a:t>Click to insert text</a:t>
            </a:r>
          </a:p>
        </p:txBody>
      </p:sp>
      <p:sp>
        <p:nvSpPr>
          <p:cNvPr id="39" name="Text Placeholder 36">
            <a:extLst>
              <a:ext uri="{FF2B5EF4-FFF2-40B4-BE49-F238E27FC236}">
                <a16:creationId xmlns:a16="http://schemas.microsoft.com/office/drawing/2014/main" id="{43904984-B2AA-40BC-977A-39D263DD919B}"/>
              </a:ext>
            </a:extLst>
          </p:cNvPr>
          <p:cNvSpPr>
            <a:spLocks noGrp="1"/>
          </p:cNvSpPr>
          <p:nvPr>
            <p:ph type="body" sz="quarter" idx="18" hasCustomPrompt="1"/>
          </p:nvPr>
        </p:nvSpPr>
        <p:spPr>
          <a:xfrm>
            <a:off x="1138441" y="4919315"/>
            <a:ext cx="2736850" cy="935037"/>
          </a:xfrm>
          <a:prstGeom prst="rect">
            <a:avLst/>
          </a:prstGeom>
        </p:spPr>
        <p:txBody>
          <a:bodyPr>
            <a:normAutofit/>
          </a:bodyPr>
          <a:lstStyle>
            <a:lvl1pPr>
              <a:defRPr sz="1400"/>
            </a:lvl1pPr>
          </a:lstStyle>
          <a:p>
            <a:pPr lvl="0"/>
            <a:r>
              <a:rPr lang="en-US" dirty="0"/>
              <a:t>Click to insert text</a:t>
            </a:r>
          </a:p>
        </p:txBody>
      </p:sp>
      <p:sp>
        <p:nvSpPr>
          <p:cNvPr id="18"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407988" y="404813"/>
            <a:ext cx="11016604" cy="863600"/>
          </a:xfrm>
          <a:prstGeom prst="rect">
            <a:avLst/>
          </a:prstGeom>
        </p:spPr>
        <p:txBody>
          <a:bodyPr vert="horz" lIns="0" tIns="0" rIns="0" bIns="0" rtlCol="0" anchor="t">
            <a:normAutofit/>
          </a:bodyPr>
          <a:lstStyle>
            <a:lvl1pPr>
              <a:defRPr lang="pt-PT" dirty="0"/>
            </a:lvl1pPr>
          </a:lstStyle>
          <a:p>
            <a:pPr lvl="0">
              <a:lnSpc>
                <a:spcPts val="3000"/>
              </a:lnSpc>
            </a:pPr>
            <a:r>
              <a:rPr lang="en-US" dirty="0"/>
              <a:t>Click to add title</a:t>
            </a:r>
            <a:endParaRPr lang="pt-PT" dirty="0"/>
          </a:p>
        </p:txBody>
      </p:sp>
      <p:sp>
        <p:nvSpPr>
          <p:cNvPr id="19" name="Retângulo 43">
            <a:extLst>
              <a:ext uri="{FF2B5EF4-FFF2-40B4-BE49-F238E27FC236}">
                <a16:creationId xmlns:a16="http://schemas.microsoft.com/office/drawing/2014/main" id="{25FC8637-25BD-4C09-AF25-56B4243DAB3D}"/>
              </a:ext>
            </a:extLst>
          </p:cNvPr>
          <p:cNvSpPr/>
          <p:nvPr userDrawn="1"/>
        </p:nvSpPr>
        <p:spPr>
          <a:xfrm>
            <a:off x="11784013" y="6555758"/>
            <a:ext cx="242375" cy="215444"/>
          </a:xfrm>
          <a:prstGeom prst="rect">
            <a:avLst/>
          </a:prstGeom>
        </p:spPr>
        <p:txBody>
          <a:bodyPr wrap="none">
            <a:spAutoFit/>
          </a:bodyPr>
          <a:lstStyle/>
          <a:p>
            <a:pPr algn="r"/>
            <a:fld id="{0502E5A9-B53C-401E-A0E0-4A359BB0A9E5}" type="slidenum">
              <a:rPr lang="en-US" sz="800" smtClean="0">
                <a:solidFill>
                  <a:prstClr val="black">
                    <a:lumMod val="50000"/>
                    <a:lumOff val="50000"/>
                  </a:prstClr>
                </a:solidFill>
                <a:cs typeface="Arial" panose="020B0604020202020204" pitchFamily="34" charset="0"/>
              </a:rPr>
              <a:t>‹#›</a:t>
            </a:fld>
            <a:endParaRPr lang="en-US" sz="800" dirty="0">
              <a:solidFill>
                <a:prstClr val="black">
                  <a:lumMod val="50000"/>
                  <a:lumOff val="50000"/>
                </a:prstClr>
              </a:solidFill>
              <a:cs typeface="Arial" panose="020B0604020202020204" pitchFamily="34" charset="0"/>
            </a:endParaRPr>
          </a:p>
        </p:txBody>
      </p:sp>
      <p:cxnSp>
        <p:nvCxnSpPr>
          <p:cNvPr id="20"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3283674"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21" name="Rectangle 27">
            <a:hlinkClick r:id="rId2"/>
            <a:extLst>
              <a:ext uri="{FF2B5EF4-FFF2-40B4-BE49-F238E27FC236}">
                <a16:creationId xmlns:a16="http://schemas.microsoft.com/office/drawing/2014/main" id="{F376ABD1-4930-42EB-9A73-9A9C7C6BF2D3}"/>
              </a:ext>
            </a:extLst>
          </p:cNvPr>
          <p:cNvSpPr/>
          <p:nvPr userDrawn="1"/>
        </p:nvSpPr>
        <p:spPr>
          <a:xfrm>
            <a:off x="407988" y="6555971"/>
            <a:ext cx="2829007" cy="219456"/>
          </a:xfrm>
          <a:prstGeom prst="rect">
            <a:avLst/>
          </a:prstGeom>
        </p:spPr>
        <p:txBody>
          <a:bodyPr wrap="square" lIns="0" tIns="0" rIns="0" bIns="0" anchor="ctr" anchorCtr="0">
            <a:noAutofit/>
          </a:bodyPr>
          <a:lstStyle/>
          <a:p>
            <a:pPr lvl="0" algn="l" defTabSz="914400">
              <a:lnSpc>
                <a:spcPct val="85000"/>
              </a:lnSpc>
              <a:defRPr/>
            </a:pPr>
            <a:r>
              <a:rPr lang="en-US" sz="800" kern="0" dirty="0">
                <a:solidFill>
                  <a:srgbClr val="00458D"/>
                </a:solidFill>
                <a:latin typeface="+mj-lt"/>
                <a:cs typeface="Arial" panose="020B0604020202020204" pitchFamily="34" charset="0"/>
              </a:rPr>
              <a:t>Presentation Title | Author | Date</a:t>
            </a:r>
          </a:p>
        </p:txBody>
      </p:sp>
      <p:sp>
        <p:nvSpPr>
          <p:cNvPr id="22" name="Retângulo 43">
            <a:extLst>
              <a:ext uri="{FF2B5EF4-FFF2-40B4-BE49-F238E27FC236}">
                <a16:creationId xmlns:a16="http://schemas.microsoft.com/office/drawing/2014/main" id="{834ADCB4-BFB1-450D-8F6D-64217F4CD92C}"/>
              </a:ext>
            </a:extLst>
          </p:cNvPr>
          <p:cNvSpPr/>
          <p:nvPr userDrawn="1"/>
        </p:nvSpPr>
        <p:spPr>
          <a:xfrm>
            <a:off x="3411379" y="6555758"/>
            <a:ext cx="2223686" cy="219456"/>
          </a:xfrm>
          <a:prstGeom prst="rect">
            <a:avLst/>
          </a:prstGeom>
        </p:spPr>
        <p:txBody>
          <a:bodyPr wrap="none" lIns="0" tIns="0" rIns="0" bIns="0" anchor="ctr">
            <a:noAutofit/>
          </a:bodyPr>
          <a:lstStyle/>
          <a:p>
            <a:pPr algn="l"/>
            <a:r>
              <a:rPr lang="en-US" sz="800" dirty="0">
                <a:solidFill>
                  <a:schemeClr val="bg2">
                    <a:lumMod val="50000"/>
                  </a:schemeClr>
                </a:solidFill>
                <a:cs typeface="Arial" panose="020B0604020202020204" pitchFamily="34" charset="0"/>
              </a:rPr>
              <a:t>© 2017 Capgemini. All rights reserved.</a:t>
            </a:r>
          </a:p>
        </p:txBody>
      </p:sp>
    </p:spTree>
    <p:extLst>
      <p:ext uri="{BB962C8B-B14F-4D97-AF65-F5344CB8AC3E}">
        <p14:creationId xmlns:p14="http://schemas.microsoft.com/office/powerpoint/2010/main" val="814383375"/>
      </p:ext>
    </p:extLst>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ext with Shapes - Layout5">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50C01FB-E2BF-4470-A153-6F7BF3CCF3F9}"/>
              </a:ext>
            </a:extLst>
          </p:cNvPr>
          <p:cNvSpPr/>
          <p:nvPr userDrawn="1"/>
        </p:nvSpPr>
        <p:spPr>
          <a:xfrm>
            <a:off x="0" y="4437112"/>
            <a:ext cx="12192000" cy="2420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34" name="Text Placeholder 7">
            <a:extLst>
              <a:ext uri="{FF2B5EF4-FFF2-40B4-BE49-F238E27FC236}">
                <a16:creationId xmlns:a16="http://schemas.microsoft.com/office/drawing/2014/main" id="{A4F8F9B7-22AF-440B-AF0A-78B650932C21}"/>
              </a:ext>
            </a:extLst>
          </p:cNvPr>
          <p:cNvSpPr>
            <a:spLocks noGrp="1"/>
          </p:cNvSpPr>
          <p:nvPr>
            <p:ph type="body" sz="quarter" idx="32" hasCustomPrompt="1"/>
          </p:nvPr>
        </p:nvSpPr>
        <p:spPr>
          <a:xfrm>
            <a:off x="407988" y="1700808"/>
            <a:ext cx="5832475" cy="432048"/>
          </a:xfrm>
          <a:prstGeom prst="rect">
            <a:avLst/>
          </a:prstGeom>
        </p:spPr>
        <p:txBody>
          <a:bodyPr anchor="ctr">
            <a:noAutofit/>
          </a:bodyPr>
          <a:lstStyle>
            <a:lvl1pPr>
              <a:lnSpc>
                <a:spcPts val="2200"/>
              </a:lnSpc>
              <a:spcAft>
                <a:spcPts val="0"/>
              </a:spcAft>
              <a:defRPr sz="1800">
                <a:solidFill>
                  <a:srgbClr val="12ABDB"/>
                </a:solidFill>
              </a:defRPr>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dirty="0"/>
              <a:t>Click to insert title</a:t>
            </a:r>
          </a:p>
        </p:txBody>
      </p:sp>
      <p:pic>
        <p:nvPicPr>
          <p:cNvPr id="14" name="Graphic 13">
            <a:extLst>
              <a:ext uri="{FF2B5EF4-FFF2-40B4-BE49-F238E27FC236}">
                <a16:creationId xmlns:a16="http://schemas.microsoft.com/office/drawing/2014/main" id="{CBFCF213-9AB8-422B-8F8D-9F6A01ED15F1}"/>
              </a:ext>
            </a:extLst>
          </p:cNvPr>
          <p:cNvPicPr>
            <a:picLocks noChangeAspect="1"/>
          </p:cNvPicPr>
          <p:nvPr userDrawn="1"/>
        </p:nvPicPr>
        <p:blipFill>
          <a:blip r:embed="rId2">
            <a:extLst>
              <a:ext uri="{96DAC541-7B7A-43D3-8B79-37D633B846F1}">
                <asvg:svgBlip xmlns:asvg="http://schemas.microsoft.com/office/drawing/2016/SVG/main" r:embed="rId3"/>
              </a:ext>
            </a:extLst>
          </a:blip>
          <a:srcRect r="13305" b="8553"/>
          <a:stretch>
            <a:fillRect/>
          </a:stretch>
        </p:blipFill>
        <p:spPr>
          <a:xfrm rot="19314106">
            <a:off x="10091405" y="-166653"/>
            <a:ext cx="3522628" cy="5177025"/>
          </a:xfrm>
          <a:custGeom>
            <a:avLst/>
            <a:gdLst>
              <a:gd name="connsiteX0" fmla="*/ 3522628 w 3522628"/>
              <a:gd name="connsiteY0" fmla="*/ 891962 h 5177025"/>
              <a:gd name="connsiteX1" fmla="*/ 162923 w 3522628"/>
              <a:gd name="connsiteY1" fmla="*/ 5177025 h 5177025"/>
              <a:gd name="connsiteX2" fmla="*/ 0 w 3522628"/>
              <a:gd name="connsiteY2" fmla="*/ 5049285 h 5177025"/>
              <a:gd name="connsiteX3" fmla="*/ 0 w 3522628"/>
              <a:gd name="connsiteY3" fmla="*/ 1923687 h 5177025"/>
              <a:gd name="connsiteX4" fmla="*/ 1508267 w 3522628"/>
              <a:gd name="connsiteY4" fmla="*/ 0 h 5177025"/>
              <a:gd name="connsiteX5" fmla="*/ 2384994 w 3522628"/>
              <a:gd name="connsiteY5" fmla="*/ 0 h 5177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22628" h="5177025">
                <a:moveTo>
                  <a:pt x="3522628" y="891962"/>
                </a:moveTo>
                <a:lnTo>
                  <a:pt x="162923" y="5177025"/>
                </a:lnTo>
                <a:lnTo>
                  <a:pt x="0" y="5049285"/>
                </a:lnTo>
                <a:lnTo>
                  <a:pt x="0" y="1923687"/>
                </a:lnTo>
                <a:lnTo>
                  <a:pt x="1508267" y="0"/>
                </a:lnTo>
                <a:lnTo>
                  <a:pt x="2384994" y="0"/>
                </a:lnTo>
                <a:close/>
              </a:path>
            </a:pathLst>
          </a:custGeom>
        </p:spPr>
      </p:pic>
      <p:sp>
        <p:nvSpPr>
          <p:cNvPr id="40" name="Text Placeholder 7">
            <a:extLst>
              <a:ext uri="{FF2B5EF4-FFF2-40B4-BE49-F238E27FC236}">
                <a16:creationId xmlns:a16="http://schemas.microsoft.com/office/drawing/2014/main" id="{6343BDF6-D0DB-4726-8EA9-DA3DE0DFDE11}"/>
              </a:ext>
            </a:extLst>
          </p:cNvPr>
          <p:cNvSpPr>
            <a:spLocks noGrp="1"/>
          </p:cNvSpPr>
          <p:nvPr>
            <p:ph type="body" sz="quarter" idx="35" hasCustomPrompt="1"/>
          </p:nvPr>
        </p:nvSpPr>
        <p:spPr>
          <a:xfrm>
            <a:off x="618009" y="5585038"/>
            <a:ext cx="1692449" cy="432048"/>
          </a:xfrm>
          <a:prstGeom prst="rect">
            <a:avLst/>
          </a:prstGeom>
        </p:spPr>
        <p:txBody>
          <a:bodyPr anchor="ctr">
            <a:noAutofit/>
          </a:bodyPr>
          <a:lstStyle>
            <a:lvl1pPr algn="ctr">
              <a:lnSpc>
                <a:spcPts val="1400"/>
              </a:lnSpc>
              <a:spcAft>
                <a:spcPts val="0"/>
              </a:spcAft>
              <a:defRPr sz="13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dirty="0"/>
              <a:t>Click to insert text</a:t>
            </a:r>
          </a:p>
        </p:txBody>
      </p:sp>
      <p:sp>
        <p:nvSpPr>
          <p:cNvPr id="41" name="Text Placeholder 7">
            <a:extLst>
              <a:ext uri="{FF2B5EF4-FFF2-40B4-BE49-F238E27FC236}">
                <a16:creationId xmlns:a16="http://schemas.microsoft.com/office/drawing/2014/main" id="{3B423489-C448-4223-A3F1-FAB0DF95C7E0}"/>
              </a:ext>
            </a:extLst>
          </p:cNvPr>
          <p:cNvSpPr>
            <a:spLocks noGrp="1"/>
          </p:cNvSpPr>
          <p:nvPr>
            <p:ph type="body" sz="quarter" idx="36" hasCustomPrompt="1"/>
          </p:nvPr>
        </p:nvSpPr>
        <p:spPr>
          <a:xfrm>
            <a:off x="2511156" y="5585038"/>
            <a:ext cx="1692449" cy="432048"/>
          </a:xfrm>
          <a:prstGeom prst="rect">
            <a:avLst/>
          </a:prstGeom>
        </p:spPr>
        <p:txBody>
          <a:bodyPr anchor="ctr">
            <a:noAutofit/>
          </a:bodyPr>
          <a:lstStyle>
            <a:lvl1pPr algn="ctr">
              <a:lnSpc>
                <a:spcPts val="1400"/>
              </a:lnSpc>
              <a:spcAft>
                <a:spcPts val="0"/>
              </a:spcAft>
              <a:defRPr sz="13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dirty="0"/>
              <a:t>Click to insert text</a:t>
            </a:r>
          </a:p>
        </p:txBody>
      </p:sp>
      <p:sp>
        <p:nvSpPr>
          <p:cNvPr id="42" name="Text Placeholder 7">
            <a:extLst>
              <a:ext uri="{FF2B5EF4-FFF2-40B4-BE49-F238E27FC236}">
                <a16:creationId xmlns:a16="http://schemas.microsoft.com/office/drawing/2014/main" id="{415D3B99-29BD-4D4A-BD25-28628B5AD295}"/>
              </a:ext>
            </a:extLst>
          </p:cNvPr>
          <p:cNvSpPr>
            <a:spLocks noGrp="1"/>
          </p:cNvSpPr>
          <p:nvPr>
            <p:ph type="body" sz="quarter" idx="37" hasCustomPrompt="1"/>
          </p:nvPr>
        </p:nvSpPr>
        <p:spPr>
          <a:xfrm>
            <a:off x="4404303" y="5585038"/>
            <a:ext cx="1692449" cy="432048"/>
          </a:xfrm>
          <a:prstGeom prst="rect">
            <a:avLst/>
          </a:prstGeom>
        </p:spPr>
        <p:txBody>
          <a:bodyPr anchor="ctr">
            <a:noAutofit/>
          </a:bodyPr>
          <a:lstStyle>
            <a:lvl1pPr algn="ctr">
              <a:lnSpc>
                <a:spcPts val="1400"/>
              </a:lnSpc>
              <a:spcAft>
                <a:spcPts val="0"/>
              </a:spcAft>
              <a:defRPr sz="13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dirty="0"/>
              <a:t>Click to insert text</a:t>
            </a:r>
          </a:p>
        </p:txBody>
      </p:sp>
      <p:sp>
        <p:nvSpPr>
          <p:cNvPr id="43" name="Text Placeholder 7">
            <a:extLst>
              <a:ext uri="{FF2B5EF4-FFF2-40B4-BE49-F238E27FC236}">
                <a16:creationId xmlns:a16="http://schemas.microsoft.com/office/drawing/2014/main" id="{FB92CCBF-AD9B-4B1F-81E0-1F58CD476991}"/>
              </a:ext>
            </a:extLst>
          </p:cNvPr>
          <p:cNvSpPr>
            <a:spLocks noGrp="1"/>
          </p:cNvSpPr>
          <p:nvPr>
            <p:ph type="body" sz="quarter" idx="38" hasCustomPrompt="1"/>
          </p:nvPr>
        </p:nvSpPr>
        <p:spPr>
          <a:xfrm>
            <a:off x="6297450" y="5585038"/>
            <a:ext cx="1692449" cy="432048"/>
          </a:xfrm>
          <a:prstGeom prst="rect">
            <a:avLst/>
          </a:prstGeom>
        </p:spPr>
        <p:txBody>
          <a:bodyPr anchor="ctr">
            <a:noAutofit/>
          </a:bodyPr>
          <a:lstStyle>
            <a:lvl1pPr algn="ctr">
              <a:lnSpc>
                <a:spcPts val="1400"/>
              </a:lnSpc>
              <a:spcAft>
                <a:spcPts val="0"/>
              </a:spcAft>
              <a:defRPr sz="13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dirty="0"/>
              <a:t>Click to insert text</a:t>
            </a:r>
          </a:p>
        </p:txBody>
      </p:sp>
      <p:sp>
        <p:nvSpPr>
          <p:cNvPr id="44" name="Text Placeholder 7">
            <a:extLst>
              <a:ext uri="{FF2B5EF4-FFF2-40B4-BE49-F238E27FC236}">
                <a16:creationId xmlns:a16="http://schemas.microsoft.com/office/drawing/2014/main" id="{429263E9-C628-4DAE-AAF4-D4C456E5A7F2}"/>
              </a:ext>
            </a:extLst>
          </p:cNvPr>
          <p:cNvSpPr>
            <a:spLocks noGrp="1"/>
          </p:cNvSpPr>
          <p:nvPr>
            <p:ph type="body" sz="quarter" idx="39" hasCustomPrompt="1"/>
          </p:nvPr>
        </p:nvSpPr>
        <p:spPr>
          <a:xfrm>
            <a:off x="8190597" y="5585038"/>
            <a:ext cx="1692449" cy="432048"/>
          </a:xfrm>
          <a:prstGeom prst="rect">
            <a:avLst/>
          </a:prstGeom>
        </p:spPr>
        <p:txBody>
          <a:bodyPr anchor="ctr">
            <a:noAutofit/>
          </a:bodyPr>
          <a:lstStyle>
            <a:lvl1pPr algn="ctr">
              <a:lnSpc>
                <a:spcPts val="1400"/>
              </a:lnSpc>
              <a:spcAft>
                <a:spcPts val="0"/>
              </a:spcAft>
              <a:defRPr sz="13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dirty="0"/>
              <a:t>Click to insert text</a:t>
            </a:r>
          </a:p>
        </p:txBody>
      </p:sp>
      <p:sp>
        <p:nvSpPr>
          <p:cNvPr id="45" name="Text Placeholder 7">
            <a:extLst>
              <a:ext uri="{FF2B5EF4-FFF2-40B4-BE49-F238E27FC236}">
                <a16:creationId xmlns:a16="http://schemas.microsoft.com/office/drawing/2014/main" id="{266B7D82-19EF-4C8A-8D75-AEA2758E426F}"/>
              </a:ext>
            </a:extLst>
          </p:cNvPr>
          <p:cNvSpPr>
            <a:spLocks noGrp="1"/>
          </p:cNvSpPr>
          <p:nvPr>
            <p:ph type="body" sz="quarter" idx="40"/>
          </p:nvPr>
        </p:nvSpPr>
        <p:spPr>
          <a:xfrm>
            <a:off x="10083744" y="5585038"/>
            <a:ext cx="1692449" cy="432048"/>
          </a:xfrm>
          <a:prstGeom prst="rect">
            <a:avLst/>
          </a:prstGeom>
        </p:spPr>
        <p:txBody>
          <a:bodyPr anchor="ctr">
            <a:noAutofit/>
          </a:bodyPr>
          <a:lstStyle>
            <a:lvl1pPr algn="r">
              <a:lnSpc>
                <a:spcPts val="1600"/>
              </a:lnSpc>
              <a:defRPr sz="1400" b="1">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dirty="0"/>
              <a:t>Edit Master text styles</a:t>
            </a:r>
          </a:p>
        </p:txBody>
      </p:sp>
      <p:sp>
        <p:nvSpPr>
          <p:cNvPr id="15"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407988" y="404813"/>
            <a:ext cx="11016604" cy="863600"/>
          </a:xfrm>
          <a:prstGeom prst="rect">
            <a:avLst/>
          </a:prstGeom>
        </p:spPr>
        <p:txBody>
          <a:bodyPr vert="horz" lIns="0" tIns="0" rIns="0" bIns="0" rtlCol="0" anchor="t">
            <a:normAutofit/>
          </a:bodyPr>
          <a:lstStyle>
            <a:lvl1pPr>
              <a:defRPr lang="pt-PT" dirty="0"/>
            </a:lvl1pPr>
          </a:lstStyle>
          <a:p>
            <a:pPr lvl="0">
              <a:lnSpc>
                <a:spcPts val="3000"/>
              </a:lnSpc>
            </a:pPr>
            <a:r>
              <a:rPr lang="en-US" dirty="0"/>
              <a:t>Click to add title</a:t>
            </a:r>
            <a:endParaRPr lang="pt-PT" dirty="0"/>
          </a:p>
        </p:txBody>
      </p:sp>
      <p:sp>
        <p:nvSpPr>
          <p:cNvPr id="16" name="Retângulo 43">
            <a:extLst>
              <a:ext uri="{FF2B5EF4-FFF2-40B4-BE49-F238E27FC236}">
                <a16:creationId xmlns:a16="http://schemas.microsoft.com/office/drawing/2014/main" id="{25FC8637-25BD-4C09-AF25-56B4243DAB3D}"/>
              </a:ext>
            </a:extLst>
          </p:cNvPr>
          <p:cNvSpPr/>
          <p:nvPr userDrawn="1"/>
        </p:nvSpPr>
        <p:spPr>
          <a:xfrm>
            <a:off x="11784013" y="6555758"/>
            <a:ext cx="242375" cy="215444"/>
          </a:xfrm>
          <a:prstGeom prst="rect">
            <a:avLst/>
          </a:prstGeom>
        </p:spPr>
        <p:txBody>
          <a:bodyPr wrap="none">
            <a:spAutoFit/>
          </a:bodyPr>
          <a:lstStyle/>
          <a:p>
            <a:pPr algn="r"/>
            <a:fld id="{0502E5A9-B53C-401E-A0E0-4A359BB0A9E5}" type="slidenum">
              <a:rPr lang="en-US" sz="800" smtClean="0">
                <a:solidFill>
                  <a:prstClr val="black">
                    <a:lumMod val="50000"/>
                    <a:lumOff val="50000"/>
                  </a:prstClr>
                </a:solidFill>
                <a:cs typeface="Arial" panose="020B0604020202020204" pitchFamily="34" charset="0"/>
              </a:rPr>
              <a:t>‹#›</a:t>
            </a:fld>
            <a:endParaRPr lang="en-US" sz="800" dirty="0">
              <a:solidFill>
                <a:prstClr val="black">
                  <a:lumMod val="50000"/>
                  <a:lumOff val="50000"/>
                </a:prstClr>
              </a:solidFill>
              <a:cs typeface="Arial" panose="020B0604020202020204" pitchFamily="34" charset="0"/>
            </a:endParaRPr>
          </a:p>
        </p:txBody>
      </p:sp>
      <p:cxnSp>
        <p:nvCxnSpPr>
          <p:cNvPr id="17"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3283674"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18" name="Rectangle 27">
            <a:hlinkClick r:id="rId4"/>
            <a:extLst>
              <a:ext uri="{FF2B5EF4-FFF2-40B4-BE49-F238E27FC236}">
                <a16:creationId xmlns:a16="http://schemas.microsoft.com/office/drawing/2014/main" id="{F376ABD1-4930-42EB-9A73-9A9C7C6BF2D3}"/>
              </a:ext>
            </a:extLst>
          </p:cNvPr>
          <p:cNvSpPr/>
          <p:nvPr userDrawn="1"/>
        </p:nvSpPr>
        <p:spPr>
          <a:xfrm>
            <a:off x="407988" y="6555971"/>
            <a:ext cx="2829007" cy="219456"/>
          </a:xfrm>
          <a:prstGeom prst="rect">
            <a:avLst/>
          </a:prstGeom>
        </p:spPr>
        <p:txBody>
          <a:bodyPr wrap="square" lIns="0" tIns="0" rIns="0" bIns="0" anchor="ctr" anchorCtr="0">
            <a:noAutofit/>
          </a:bodyPr>
          <a:lstStyle/>
          <a:p>
            <a:pPr lvl="0" algn="l" defTabSz="914400">
              <a:lnSpc>
                <a:spcPct val="85000"/>
              </a:lnSpc>
              <a:defRPr/>
            </a:pPr>
            <a:r>
              <a:rPr lang="en-US" sz="800" kern="0" dirty="0">
                <a:solidFill>
                  <a:srgbClr val="00458D"/>
                </a:solidFill>
                <a:latin typeface="+mj-lt"/>
                <a:cs typeface="Arial" panose="020B0604020202020204" pitchFamily="34" charset="0"/>
              </a:rPr>
              <a:t>Presentation Title | Author | Date</a:t>
            </a:r>
          </a:p>
        </p:txBody>
      </p:sp>
      <p:sp>
        <p:nvSpPr>
          <p:cNvPr id="19" name="Retângulo 43">
            <a:extLst>
              <a:ext uri="{FF2B5EF4-FFF2-40B4-BE49-F238E27FC236}">
                <a16:creationId xmlns:a16="http://schemas.microsoft.com/office/drawing/2014/main" id="{834ADCB4-BFB1-450D-8F6D-64217F4CD92C}"/>
              </a:ext>
            </a:extLst>
          </p:cNvPr>
          <p:cNvSpPr/>
          <p:nvPr userDrawn="1"/>
        </p:nvSpPr>
        <p:spPr>
          <a:xfrm>
            <a:off x="3411379" y="6555758"/>
            <a:ext cx="2223686" cy="219456"/>
          </a:xfrm>
          <a:prstGeom prst="rect">
            <a:avLst/>
          </a:prstGeom>
        </p:spPr>
        <p:txBody>
          <a:bodyPr wrap="none" lIns="0" tIns="0" rIns="0" bIns="0" anchor="ctr">
            <a:noAutofit/>
          </a:bodyPr>
          <a:lstStyle/>
          <a:p>
            <a:pPr algn="l"/>
            <a:r>
              <a:rPr lang="en-US" sz="800" dirty="0">
                <a:solidFill>
                  <a:schemeClr val="bg2">
                    <a:lumMod val="50000"/>
                  </a:schemeClr>
                </a:solidFill>
                <a:cs typeface="Arial" panose="020B0604020202020204" pitchFamily="34" charset="0"/>
              </a:rPr>
              <a:t>© 2017 Capgemini. All rights reserved.</a:t>
            </a:r>
          </a:p>
        </p:txBody>
      </p:sp>
      <p:sp>
        <p:nvSpPr>
          <p:cNvPr id="20" name="Text Placeholder 7">
            <a:extLst>
              <a:ext uri="{FF2B5EF4-FFF2-40B4-BE49-F238E27FC236}">
                <a16:creationId xmlns:a16="http://schemas.microsoft.com/office/drawing/2014/main" id="{9228FC83-C11D-47F2-8BDE-B10D125E5E87}"/>
              </a:ext>
            </a:extLst>
          </p:cNvPr>
          <p:cNvSpPr>
            <a:spLocks noGrp="1"/>
          </p:cNvSpPr>
          <p:nvPr>
            <p:ph type="body" sz="quarter" idx="41" hasCustomPrompt="1"/>
          </p:nvPr>
        </p:nvSpPr>
        <p:spPr>
          <a:xfrm>
            <a:off x="426488" y="2326856"/>
            <a:ext cx="3149232" cy="1994493"/>
          </a:xfrm>
          <a:prstGeom prst="rect">
            <a:avLst/>
          </a:prstGeom>
        </p:spPr>
        <p:txBody>
          <a:bodyPr>
            <a:noAutofit/>
          </a:bodyPr>
          <a:lstStyle>
            <a:lvl1pPr>
              <a:lnSpc>
                <a:spcPts val="1600"/>
              </a:lnSpc>
              <a:defRPr sz="1400">
                <a:solidFill>
                  <a:schemeClr val="tx1"/>
                </a:solidFill>
              </a:defRPr>
            </a:lvl1pPr>
            <a:lvl2pPr marL="173038" indent="-168275">
              <a:lnSpc>
                <a:spcPts val="1400"/>
              </a:lnSpc>
              <a:defRPr sz="1200">
                <a:solidFill>
                  <a:schemeClr val="tx1"/>
                </a:solidFill>
              </a:defRPr>
            </a:lvl2pPr>
            <a:lvl3pPr marL="347663" indent="-174625">
              <a:lnSpc>
                <a:spcPts val="1400"/>
              </a:lnSpc>
              <a:defRPr sz="1200">
                <a:solidFill>
                  <a:schemeClr val="tx1"/>
                </a:solidFill>
              </a:defRPr>
            </a:lvl3pPr>
            <a:lvl4pPr marL="509588" indent="-161925">
              <a:lnSpc>
                <a:spcPts val="1200"/>
              </a:lnSpc>
              <a:defRPr sz="1100">
                <a:solidFill>
                  <a:schemeClr val="tx1"/>
                </a:solidFill>
              </a:defRPr>
            </a:lvl4pPr>
            <a:lvl5pPr>
              <a:lnSpc>
                <a:spcPct val="100000"/>
              </a:lnSpc>
              <a:defRPr sz="1200">
                <a:solidFill>
                  <a:schemeClr val="tx1"/>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
        <p:nvSpPr>
          <p:cNvPr id="21" name="Text Placeholder 7">
            <a:extLst>
              <a:ext uri="{FF2B5EF4-FFF2-40B4-BE49-F238E27FC236}">
                <a16:creationId xmlns:a16="http://schemas.microsoft.com/office/drawing/2014/main" id="{9228FC83-C11D-47F2-8BDE-B10D125E5E87}"/>
              </a:ext>
            </a:extLst>
          </p:cNvPr>
          <p:cNvSpPr>
            <a:spLocks noGrp="1"/>
          </p:cNvSpPr>
          <p:nvPr>
            <p:ph type="body" sz="quarter" idx="42" hasCustomPrompt="1"/>
          </p:nvPr>
        </p:nvSpPr>
        <p:spPr>
          <a:xfrm>
            <a:off x="3860688" y="2326856"/>
            <a:ext cx="3149232" cy="1994493"/>
          </a:xfrm>
          <a:prstGeom prst="rect">
            <a:avLst/>
          </a:prstGeom>
        </p:spPr>
        <p:txBody>
          <a:bodyPr>
            <a:noAutofit/>
          </a:bodyPr>
          <a:lstStyle>
            <a:lvl1pPr>
              <a:lnSpc>
                <a:spcPts val="1600"/>
              </a:lnSpc>
              <a:defRPr sz="1400">
                <a:solidFill>
                  <a:schemeClr val="tx1"/>
                </a:solidFill>
              </a:defRPr>
            </a:lvl1pPr>
            <a:lvl2pPr marL="173038" indent="-168275">
              <a:lnSpc>
                <a:spcPts val="1400"/>
              </a:lnSpc>
              <a:defRPr sz="1200">
                <a:solidFill>
                  <a:schemeClr val="tx1"/>
                </a:solidFill>
              </a:defRPr>
            </a:lvl2pPr>
            <a:lvl3pPr marL="347663" indent="-174625">
              <a:lnSpc>
                <a:spcPts val="1400"/>
              </a:lnSpc>
              <a:defRPr sz="1200">
                <a:solidFill>
                  <a:schemeClr val="tx1"/>
                </a:solidFill>
              </a:defRPr>
            </a:lvl3pPr>
            <a:lvl4pPr marL="509588" indent="-161925">
              <a:lnSpc>
                <a:spcPts val="1200"/>
              </a:lnSpc>
              <a:defRPr sz="1100">
                <a:solidFill>
                  <a:schemeClr val="tx1"/>
                </a:solidFill>
              </a:defRPr>
            </a:lvl4pPr>
            <a:lvl5pPr>
              <a:lnSpc>
                <a:spcPct val="100000"/>
              </a:lnSpc>
              <a:defRPr sz="1200">
                <a:solidFill>
                  <a:schemeClr val="tx1"/>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
        <p:nvSpPr>
          <p:cNvPr id="22" name="Text Placeholder 7">
            <a:extLst>
              <a:ext uri="{FF2B5EF4-FFF2-40B4-BE49-F238E27FC236}">
                <a16:creationId xmlns:a16="http://schemas.microsoft.com/office/drawing/2014/main" id="{9228FC83-C11D-47F2-8BDE-B10D125E5E87}"/>
              </a:ext>
            </a:extLst>
          </p:cNvPr>
          <p:cNvSpPr>
            <a:spLocks noGrp="1"/>
          </p:cNvSpPr>
          <p:nvPr>
            <p:ph type="body" sz="quarter" idx="43" hasCustomPrompt="1"/>
          </p:nvPr>
        </p:nvSpPr>
        <p:spPr>
          <a:xfrm>
            <a:off x="7294887" y="2326856"/>
            <a:ext cx="3149232" cy="1994493"/>
          </a:xfrm>
          <a:prstGeom prst="rect">
            <a:avLst/>
          </a:prstGeom>
        </p:spPr>
        <p:txBody>
          <a:bodyPr>
            <a:noAutofit/>
          </a:bodyPr>
          <a:lstStyle>
            <a:lvl1pPr>
              <a:lnSpc>
                <a:spcPts val="1600"/>
              </a:lnSpc>
              <a:defRPr sz="1400">
                <a:solidFill>
                  <a:schemeClr val="tx1"/>
                </a:solidFill>
              </a:defRPr>
            </a:lvl1pPr>
            <a:lvl2pPr marL="173038" indent="-168275">
              <a:lnSpc>
                <a:spcPts val="1400"/>
              </a:lnSpc>
              <a:defRPr sz="1200">
                <a:solidFill>
                  <a:schemeClr val="tx1"/>
                </a:solidFill>
              </a:defRPr>
            </a:lvl2pPr>
            <a:lvl3pPr marL="347663" indent="-174625">
              <a:lnSpc>
                <a:spcPts val="1400"/>
              </a:lnSpc>
              <a:defRPr sz="1200">
                <a:solidFill>
                  <a:schemeClr val="tx1"/>
                </a:solidFill>
              </a:defRPr>
            </a:lvl3pPr>
            <a:lvl4pPr marL="509588" indent="-161925">
              <a:lnSpc>
                <a:spcPts val="1200"/>
              </a:lnSpc>
              <a:defRPr sz="1100">
                <a:solidFill>
                  <a:schemeClr val="tx1"/>
                </a:solidFill>
              </a:defRPr>
            </a:lvl4pPr>
            <a:lvl5pPr>
              <a:lnSpc>
                <a:spcPct val="100000"/>
              </a:lnSpc>
              <a:defRPr sz="1200">
                <a:solidFill>
                  <a:schemeClr val="tx1"/>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pic>
        <p:nvPicPr>
          <p:cNvPr id="23" name="Graphic 4">
            <a:extLst>
              <a:ext uri="{FF2B5EF4-FFF2-40B4-BE49-F238E27FC236}">
                <a16:creationId xmlns:a16="http://schemas.microsoft.com/office/drawing/2014/main" id="{25EEA1D4-3AF7-42D7-AE97-AE404AECFAEB}"/>
              </a:ext>
            </a:extLst>
          </p:cNvPr>
          <p:cNvPicPr>
            <a:picLocks noChangeAspect="1"/>
          </p:cNvPicPr>
          <p:nvPr userDrawn="1"/>
        </p:nvPicPr>
        <p:blipFill rotWithShape="1">
          <a:blip r:embed="rId5">
            <a:extLst>
              <a:ext uri="{96DAC541-7B7A-43D3-8B79-37D633B846F1}">
                <asvg:svgBlip xmlns:asvg="http://schemas.microsoft.com/office/drawing/2016/SVG/main" r:embed="rId6"/>
              </a:ext>
            </a:extLst>
          </a:blip>
          <a:srcRect l="81836" t="-4713" b="16530"/>
          <a:stretch/>
        </p:blipFill>
        <p:spPr>
          <a:xfrm>
            <a:off x="11547793" y="188640"/>
            <a:ext cx="424356" cy="459624"/>
          </a:xfrm>
          <a:prstGeom prst="rect">
            <a:avLst/>
          </a:prstGeom>
        </p:spPr>
      </p:pic>
      <p:cxnSp>
        <p:nvCxnSpPr>
          <p:cNvPr id="24" name="Straight Connector 23">
            <a:extLst>
              <a:ext uri="{FF2B5EF4-FFF2-40B4-BE49-F238E27FC236}">
                <a16:creationId xmlns:a16="http://schemas.microsoft.com/office/drawing/2014/main" id="{0FF5023A-0693-40EF-A144-6A5D8AD8789F}"/>
              </a:ext>
            </a:extLst>
          </p:cNvPr>
          <p:cNvCxnSpPr>
            <a:cxnSpLocks/>
          </p:cNvCxnSpPr>
          <p:nvPr userDrawn="1"/>
        </p:nvCxnSpPr>
        <p:spPr>
          <a:xfrm>
            <a:off x="407988" y="2235647"/>
            <a:ext cx="10036131" cy="0"/>
          </a:xfrm>
          <a:prstGeom prst="line">
            <a:avLst/>
          </a:prstGeom>
          <a:solidFill>
            <a:schemeClr val="tx1"/>
          </a:solidFill>
          <a:ln w="47625" cap="flat">
            <a:solidFill>
              <a:schemeClr val="bg1">
                <a:lumMod val="85000"/>
              </a:schemeClr>
            </a:solidFill>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5007456"/>
      </p:ext>
    </p:extLst>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Organization Chart">
    <p:bg>
      <p:bgRef idx="1001">
        <a:schemeClr val="bg1"/>
      </p:bgRef>
    </p:bg>
    <p:spTree>
      <p:nvGrpSpPr>
        <p:cNvPr id="1" name=""/>
        <p:cNvGrpSpPr/>
        <p:nvPr/>
      </p:nvGrpSpPr>
      <p:grpSpPr>
        <a:xfrm>
          <a:off x="0" y="0"/>
          <a:ext cx="0" cy="0"/>
          <a:chOff x="0" y="0"/>
          <a:chExt cx="0" cy="0"/>
        </a:xfrm>
      </p:grpSpPr>
      <p:sp>
        <p:nvSpPr>
          <p:cNvPr id="42" name="Text Placeholder 7">
            <a:extLst>
              <a:ext uri="{FF2B5EF4-FFF2-40B4-BE49-F238E27FC236}">
                <a16:creationId xmlns:a16="http://schemas.microsoft.com/office/drawing/2014/main" id="{5889F4BD-9B8F-420C-96FD-C732EE0EE6BD}"/>
              </a:ext>
            </a:extLst>
          </p:cNvPr>
          <p:cNvSpPr>
            <a:spLocks noGrp="1"/>
          </p:cNvSpPr>
          <p:nvPr>
            <p:ph type="body" sz="quarter" idx="38" hasCustomPrompt="1"/>
          </p:nvPr>
        </p:nvSpPr>
        <p:spPr>
          <a:xfrm>
            <a:off x="666750" y="5733255"/>
            <a:ext cx="1939924" cy="504056"/>
          </a:xfrm>
          <a:prstGeom prst="rect">
            <a:avLst/>
          </a:prstGeom>
          <a:solidFill>
            <a:srgbClr val="E6E7E7"/>
          </a:solidFill>
        </p:spPr>
        <p:txBody>
          <a:bodyPr anchor="ctr">
            <a:noAutofit/>
          </a:bodyPr>
          <a:lstStyle>
            <a:lvl1pPr algn="ctr">
              <a:lnSpc>
                <a:spcPts val="1400"/>
              </a:lnSpc>
              <a:spcBef>
                <a:spcPts val="0"/>
              </a:spcBef>
              <a:spcAft>
                <a:spcPts val="0"/>
              </a:spcAft>
              <a:defRPr sz="1200" b="0"/>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dirty="0"/>
              <a:t>Click to insert text</a:t>
            </a:r>
          </a:p>
        </p:txBody>
      </p:sp>
      <p:sp>
        <p:nvSpPr>
          <p:cNvPr id="43" name="Text Placeholder 7">
            <a:extLst>
              <a:ext uri="{FF2B5EF4-FFF2-40B4-BE49-F238E27FC236}">
                <a16:creationId xmlns:a16="http://schemas.microsoft.com/office/drawing/2014/main" id="{E26F6CC5-0FBD-4B39-8067-DA4CA3D08DF5}"/>
              </a:ext>
            </a:extLst>
          </p:cNvPr>
          <p:cNvSpPr>
            <a:spLocks noGrp="1"/>
          </p:cNvSpPr>
          <p:nvPr>
            <p:ph type="body" sz="quarter" idx="39" hasCustomPrompt="1"/>
          </p:nvPr>
        </p:nvSpPr>
        <p:spPr>
          <a:xfrm>
            <a:off x="2794164" y="5737641"/>
            <a:ext cx="1939924" cy="504056"/>
          </a:xfrm>
          <a:prstGeom prst="rect">
            <a:avLst/>
          </a:prstGeom>
          <a:solidFill>
            <a:srgbClr val="E6E7E7"/>
          </a:solidFill>
        </p:spPr>
        <p:txBody>
          <a:bodyPr anchor="ctr">
            <a:noAutofit/>
          </a:bodyPr>
          <a:lstStyle>
            <a:lvl1pPr algn="ctr">
              <a:lnSpc>
                <a:spcPts val="1400"/>
              </a:lnSpc>
              <a:spcBef>
                <a:spcPts val="0"/>
              </a:spcBef>
              <a:spcAft>
                <a:spcPts val="0"/>
              </a:spcAft>
              <a:defRPr sz="1200" b="0"/>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dirty="0"/>
              <a:t>Click to insert text</a:t>
            </a:r>
          </a:p>
        </p:txBody>
      </p:sp>
      <p:sp>
        <p:nvSpPr>
          <p:cNvPr id="44" name="Text Placeholder 7">
            <a:extLst>
              <a:ext uri="{FF2B5EF4-FFF2-40B4-BE49-F238E27FC236}">
                <a16:creationId xmlns:a16="http://schemas.microsoft.com/office/drawing/2014/main" id="{6D83DCD9-FC24-4ACE-8B52-269E78EA5154}"/>
              </a:ext>
            </a:extLst>
          </p:cNvPr>
          <p:cNvSpPr>
            <a:spLocks noGrp="1"/>
          </p:cNvSpPr>
          <p:nvPr>
            <p:ph type="body" sz="quarter" idx="40" hasCustomPrompt="1"/>
          </p:nvPr>
        </p:nvSpPr>
        <p:spPr>
          <a:xfrm>
            <a:off x="4927473" y="5737641"/>
            <a:ext cx="1939924" cy="504056"/>
          </a:xfrm>
          <a:prstGeom prst="rect">
            <a:avLst/>
          </a:prstGeom>
          <a:solidFill>
            <a:srgbClr val="E6E7E7"/>
          </a:solidFill>
        </p:spPr>
        <p:txBody>
          <a:bodyPr anchor="ctr">
            <a:noAutofit/>
          </a:bodyPr>
          <a:lstStyle>
            <a:lvl1pPr algn="ctr">
              <a:lnSpc>
                <a:spcPts val="1400"/>
              </a:lnSpc>
              <a:spcBef>
                <a:spcPts val="0"/>
              </a:spcBef>
              <a:spcAft>
                <a:spcPts val="0"/>
              </a:spcAft>
              <a:defRPr sz="1200" b="0"/>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dirty="0"/>
              <a:t>Click to insert text</a:t>
            </a:r>
          </a:p>
        </p:txBody>
      </p:sp>
      <p:sp>
        <p:nvSpPr>
          <p:cNvPr id="45" name="Text Placeholder 7">
            <a:extLst>
              <a:ext uri="{FF2B5EF4-FFF2-40B4-BE49-F238E27FC236}">
                <a16:creationId xmlns:a16="http://schemas.microsoft.com/office/drawing/2014/main" id="{75441542-8C67-4120-B77E-FF0148E22F4B}"/>
              </a:ext>
            </a:extLst>
          </p:cNvPr>
          <p:cNvSpPr>
            <a:spLocks noGrp="1"/>
          </p:cNvSpPr>
          <p:nvPr>
            <p:ph type="body" sz="quarter" idx="41" hasCustomPrompt="1"/>
          </p:nvPr>
        </p:nvSpPr>
        <p:spPr>
          <a:xfrm>
            <a:off x="7060200" y="5733156"/>
            <a:ext cx="1939924" cy="504056"/>
          </a:xfrm>
          <a:prstGeom prst="rect">
            <a:avLst/>
          </a:prstGeom>
          <a:solidFill>
            <a:srgbClr val="E6E7E7"/>
          </a:solidFill>
        </p:spPr>
        <p:txBody>
          <a:bodyPr anchor="ctr">
            <a:noAutofit/>
          </a:bodyPr>
          <a:lstStyle>
            <a:lvl1pPr algn="ctr">
              <a:lnSpc>
                <a:spcPts val="1400"/>
              </a:lnSpc>
              <a:spcBef>
                <a:spcPts val="0"/>
              </a:spcBef>
              <a:spcAft>
                <a:spcPts val="0"/>
              </a:spcAft>
              <a:defRPr sz="1200" b="0"/>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dirty="0"/>
              <a:t>Click to insert text</a:t>
            </a:r>
          </a:p>
        </p:txBody>
      </p:sp>
      <p:sp>
        <p:nvSpPr>
          <p:cNvPr id="46" name="Text Placeholder 7">
            <a:extLst>
              <a:ext uri="{FF2B5EF4-FFF2-40B4-BE49-F238E27FC236}">
                <a16:creationId xmlns:a16="http://schemas.microsoft.com/office/drawing/2014/main" id="{B4323275-6F19-499D-9A1B-2C56B8029E99}"/>
              </a:ext>
            </a:extLst>
          </p:cNvPr>
          <p:cNvSpPr>
            <a:spLocks noGrp="1"/>
          </p:cNvSpPr>
          <p:nvPr>
            <p:ph type="body" sz="quarter" idx="42" hasCustomPrompt="1"/>
          </p:nvPr>
        </p:nvSpPr>
        <p:spPr>
          <a:xfrm>
            <a:off x="9192926" y="5733156"/>
            <a:ext cx="1939924" cy="504056"/>
          </a:xfrm>
          <a:prstGeom prst="rect">
            <a:avLst/>
          </a:prstGeom>
          <a:solidFill>
            <a:srgbClr val="E6E7E7"/>
          </a:solidFill>
        </p:spPr>
        <p:txBody>
          <a:bodyPr anchor="ctr">
            <a:noAutofit/>
          </a:bodyPr>
          <a:lstStyle>
            <a:lvl1pPr algn="ctr">
              <a:lnSpc>
                <a:spcPts val="1400"/>
              </a:lnSpc>
              <a:spcBef>
                <a:spcPts val="0"/>
              </a:spcBef>
              <a:spcAft>
                <a:spcPts val="0"/>
              </a:spcAft>
              <a:defRPr sz="1200" b="0"/>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dirty="0"/>
              <a:t>Click to insert text</a:t>
            </a:r>
          </a:p>
        </p:txBody>
      </p:sp>
      <p:sp>
        <p:nvSpPr>
          <p:cNvPr id="39" name="Text Placeholder 7">
            <a:extLst>
              <a:ext uri="{FF2B5EF4-FFF2-40B4-BE49-F238E27FC236}">
                <a16:creationId xmlns:a16="http://schemas.microsoft.com/office/drawing/2014/main" id="{5AAEF36F-2753-4DC6-898C-49B56113E4F4}"/>
              </a:ext>
            </a:extLst>
          </p:cNvPr>
          <p:cNvSpPr>
            <a:spLocks noGrp="1"/>
          </p:cNvSpPr>
          <p:nvPr>
            <p:ph type="body" sz="quarter" idx="37" hasCustomPrompt="1"/>
          </p:nvPr>
        </p:nvSpPr>
        <p:spPr>
          <a:xfrm>
            <a:off x="3647728" y="1958081"/>
            <a:ext cx="1440160" cy="1152128"/>
          </a:xfrm>
          <a:prstGeom prst="rect">
            <a:avLst/>
          </a:prstGeom>
          <a:solidFill>
            <a:srgbClr val="0070AD"/>
          </a:solidFill>
        </p:spPr>
        <p:txBody>
          <a:bodyPr rIns="0" anchor="ctr">
            <a:noAutofit/>
          </a:bodyPr>
          <a:lstStyle>
            <a:lvl1pPr algn="ctr">
              <a:lnSpc>
                <a:spcPts val="1800"/>
              </a:lnSpc>
              <a:spcBef>
                <a:spcPts val="0"/>
              </a:spcBef>
              <a:spcAft>
                <a:spcPts val="0"/>
              </a:spcAft>
              <a:defRPr sz="1600" b="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dirty="0"/>
              <a:t>Insert Group Name</a:t>
            </a:r>
          </a:p>
        </p:txBody>
      </p:sp>
      <p:sp>
        <p:nvSpPr>
          <p:cNvPr id="37" name="Text Placeholder 7">
            <a:extLst>
              <a:ext uri="{FF2B5EF4-FFF2-40B4-BE49-F238E27FC236}">
                <a16:creationId xmlns:a16="http://schemas.microsoft.com/office/drawing/2014/main" id="{AD94FF36-F4B8-4ED6-BB44-FDBFDBFA2A1C}"/>
              </a:ext>
            </a:extLst>
          </p:cNvPr>
          <p:cNvSpPr>
            <a:spLocks noGrp="1"/>
          </p:cNvSpPr>
          <p:nvPr>
            <p:ph type="body" sz="quarter" idx="35" hasCustomPrompt="1"/>
          </p:nvPr>
        </p:nvSpPr>
        <p:spPr>
          <a:xfrm>
            <a:off x="6384032" y="3428999"/>
            <a:ext cx="1440160" cy="1152128"/>
          </a:xfrm>
          <a:prstGeom prst="rect">
            <a:avLst/>
          </a:prstGeom>
          <a:solidFill>
            <a:srgbClr val="12ABDB"/>
          </a:solidFill>
        </p:spPr>
        <p:txBody>
          <a:bodyPr rIns="0" anchor="ctr">
            <a:noAutofit/>
          </a:bodyPr>
          <a:lstStyle>
            <a:lvl1pPr algn="ctr">
              <a:lnSpc>
                <a:spcPts val="1800"/>
              </a:lnSpc>
              <a:spcBef>
                <a:spcPts val="0"/>
              </a:spcBef>
              <a:spcAft>
                <a:spcPts val="0"/>
              </a:spcAft>
              <a:defRPr sz="1600" b="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dirty="0"/>
              <a:t>Insert Group Name</a:t>
            </a:r>
          </a:p>
        </p:txBody>
      </p:sp>
      <p:sp>
        <p:nvSpPr>
          <p:cNvPr id="8" name="Rectangle 7">
            <a:extLst>
              <a:ext uri="{FF2B5EF4-FFF2-40B4-BE49-F238E27FC236}">
                <a16:creationId xmlns:a16="http://schemas.microsoft.com/office/drawing/2014/main" id="{404E50B0-1D58-4F15-A351-E3515806816D}"/>
              </a:ext>
            </a:extLst>
          </p:cNvPr>
          <p:cNvSpPr/>
          <p:nvPr/>
        </p:nvSpPr>
        <p:spPr>
          <a:xfrm>
            <a:off x="3589947" y="1916832"/>
            <a:ext cx="5012107" cy="1230106"/>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kern="0">
              <a:solidFill>
                <a:srgbClr val="FFFFFF"/>
              </a:solidFill>
              <a:sym typeface="Arial"/>
            </a:endParaRPr>
          </a:p>
        </p:txBody>
      </p:sp>
      <p:sp>
        <p:nvSpPr>
          <p:cNvPr id="12" name="Rectangle 11">
            <a:extLst>
              <a:ext uri="{FF2B5EF4-FFF2-40B4-BE49-F238E27FC236}">
                <a16:creationId xmlns:a16="http://schemas.microsoft.com/office/drawing/2014/main" id="{AE59D603-4EF9-47FC-B148-3573A831D791}"/>
              </a:ext>
            </a:extLst>
          </p:cNvPr>
          <p:cNvSpPr/>
          <p:nvPr/>
        </p:nvSpPr>
        <p:spPr>
          <a:xfrm>
            <a:off x="6337816" y="3389316"/>
            <a:ext cx="5012107" cy="1230106"/>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kern="0">
              <a:solidFill>
                <a:srgbClr val="FFFFFF"/>
              </a:solidFill>
              <a:sym typeface="Arial"/>
            </a:endParaRPr>
          </a:p>
        </p:txBody>
      </p:sp>
      <p:sp>
        <p:nvSpPr>
          <p:cNvPr id="16" name="Rectangle 15">
            <a:extLst>
              <a:ext uri="{FF2B5EF4-FFF2-40B4-BE49-F238E27FC236}">
                <a16:creationId xmlns:a16="http://schemas.microsoft.com/office/drawing/2014/main" id="{58AC5158-E8A1-44A7-8617-AC56F0DD1719}"/>
              </a:ext>
            </a:extLst>
          </p:cNvPr>
          <p:cNvSpPr/>
          <p:nvPr/>
        </p:nvSpPr>
        <p:spPr>
          <a:xfrm>
            <a:off x="839788" y="3389316"/>
            <a:ext cx="5012107" cy="1230106"/>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kern="0">
              <a:solidFill>
                <a:srgbClr val="FFFFFF"/>
              </a:solidFill>
              <a:sym typeface="Arial"/>
            </a:endParaRPr>
          </a:p>
        </p:txBody>
      </p:sp>
      <p:sp>
        <p:nvSpPr>
          <p:cNvPr id="17" name="TextBox 16">
            <a:extLst>
              <a:ext uri="{FF2B5EF4-FFF2-40B4-BE49-F238E27FC236}">
                <a16:creationId xmlns:a16="http://schemas.microsoft.com/office/drawing/2014/main" id="{C761E736-25EA-4914-A717-28A039625E8C}"/>
              </a:ext>
            </a:extLst>
          </p:cNvPr>
          <p:cNvSpPr txBox="1"/>
          <p:nvPr/>
        </p:nvSpPr>
        <p:spPr>
          <a:xfrm>
            <a:off x="883343" y="3711981"/>
            <a:ext cx="1239750" cy="510909"/>
          </a:xfrm>
          <a:prstGeom prst="rect">
            <a:avLst/>
          </a:prstGeom>
          <a:noFill/>
        </p:spPr>
        <p:txBody>
          <a:bodyPr wrap="square" rtlCol="0">
            <a:spAutoFit/>
          </a:bodyPr>
          <a:lstStyle/>
          <a:p>
            <a:pPr algn="r">
              <a:lnSpc>
                <a:spcPct val="85000"/>
              </a:lnSpc>
            </a:pPr>
            <a:r>
              <a:rPr lang="en-US" sz="1600" b="1" kern="0" dirty="0">
                <a:solidFill>
                  <a:schemeClr val="bg1"/>
                </a:solidFill>
                <a:latin typeface="+mj-lt"/>
                <a:ea typeface="Georgia" charset="0"/>
                <a:cs typeface="Georgia" charset="0"/>
                <a:sym typeface="Arial"/>
              </a:rPr>
              <a:t>Group Name</a:t>
            </a:r>
          </a:p>
        </p:txBody>
      </p:sp>
      <p:cxnSp>
        <p:nvCxnSpPr>
          <p:cNvPr id="19" name="Straight Connector 18">
            <a:extLst>
              <a:ext uri="{FF2B5EF4-FFF2-40B4-BE49-F238E27FC236}">
                <a16:creationId xmlns:a16="http://schemas.microsoft.com/office/drawing/2014/main" id="{A898D83E-9F4A-4269-9BEB-326164B60B7C}"/>
              </a:ext>
            </a:extLst>
          </p:cNvPr>
          <p:cNvCxnSpPr>
            <a:cxnSpLocks/>
          </p:cNvCxnSpPr>
          <p:nvPr userDrawn="1"/>
        </p:nvCxnSpPr>
        <p:spPr>
          <a:xfrm>
            <a:off x="4367808" y="3160017"/>
            <a:ext cx="0" cy="21602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787D369E-74E6-4DE1-ADB0-EB6EF05664B8}"/>
              </a:ext>
            </a:extLst>
          </p:cNvPr>
          <p:cNvCxnSpPr>
            <a:cxnSpLocks/>
          </p:cNvCxnSpPr>
          <p:nvPr userDrawn="1"/>
        </p:nvCxnSpPr>
        <p:spPr>
          <a:xfrm>
            <a:off x="7104112" y="3160017"/>
            <a:ext cx="0" cy="21602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37AB8857-3B0E-4067-BC64-A4C0AE330199}"/>
              </a:ext>
            </a:extLst>
          </p:cNvPr>
          <p:cNvCxnSpPr>
            <a:cxnSpLocks/>
          </p:cNvCxnSpPr>
          <p:nvPr userDrawn="1"/>
        </p:nvCxnSpPr>
        <p:spPr>
          <a:xfrm>
            <a:off x="5879976" y="4004369"/>
            <a:ext cx="432048"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038843B7-B08D-445C-8E69-55E9ADD60136}"/>
              </a:ext>
            </a:extLst>
          </p:cNvPr>
          <p:cNvCxnSpPr>
            <a:cxnSpLocks/>
          </p:cNvCxnSpPr>
          <p:nvPr userDrawn="1"/>
        </p:nvCxnSpPr>
        <p:spPr>
          <a:xfrm>
            <a:off x="2711624" y="4653135"/>
            <a:ext cx="0" cy="504056"/>
          </a:xfrm>
          <a:prstGeom prst="line">
            <a:avLst/>
          </a:prstGeom>
          <a:ln w="38100">
            <a:solidFill>
              <a:srgbClr val="12ABDB"/>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65716183-FC6B-4383-8EF6-37E5349AAF9A}"/>
              </a:ext>
            </a:extLst>
          </p:cNvPr>
          <p:cNvCxnSpPr>
            <a:cxnSpLocks/>
          </p:cNvCxnSpPr>
          <p:nvPr userDrawn="1"/>
        </p:nvCxnSpPr>
        <p:spPr>
          <a:xfrm>
            <a:off x="1612454" y="5226817"/>
            <a:ext cx="8588002" cy="0"/>
          </a:xfrm>
          <a:prstGeom prst="line">
            <a:avLst/>
          </a:prstGeom>
          <a:ln w="38100">
            <a:solidFill>
              <a:srgbClr val="12ABDB"/>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C480400D-CA47-444B-970B-5A484E54E6A1}"/>
              </a:ext>
            </a:extLst>
          </p:cNvPr>
          <p:cNvCxnSpPr>
            <a:cxnSpLocks/>
          </p:cNvCxnSpPr>
          <p:nvPr userDrawn="1"/>
        </p:nvCxnSpPr>
        <p:spPr>
          <a:xfrm>
            <a:off x="1631690" y="5229100"/>
            <a:ext cx="0" cy="432147"/>
          </a:xfrm>
          <a:prstGeom prst="line">
            <a:avLst/>
          </a:prstGeom>
          <a:ln w="38100">
            <a:solidFill>
              <a:srgbClr val="12ABDB"/>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813536BE-88C6-4525-9D18-D74E0DCB4682}"/>
              </a:ext>
            </a:extLst>
          </p:cNvPr>
          <p:cNvCxnSpPr>
            <a:cxnSpLocks/>
          </p:cNvCxnSpPr>
          <p:nvPr userDrawn="1"/>
        </p:nvCxnSpPr>
        <p:spPr>
          <a:xfrm>
            <a:off x="3764417" y="5229199"/>
            <a:ext cx="0" cy="432147"/>
          </a:xfrm>
          <a:prstGeom prst="line">
            <a:avLst/>
          </a:prstGeom>
          <a:ln w="38100">
            <a:solidFill>
              <a:srgbClr val="12ABDB"/>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01B274A1-2898-403F-9A81-C1625F15BF58}"/>
              </a:ext>
            </a:extLst>
          </p:cNvPr>
          <p:cNvCxnSpPr>
            <a:cxnSpLocks/>
          </p:cNvCxnSpPr>
          <p:nvPr userDrawn="1"/>
        </p:nvCxnSpPr>
        <p:spPr>
          <a:xfrm>
            <a:off x="5897144" y="5229199"/>
            <a:ext cx="0" cy="432147"/>
          </a:xfrm>
          <a:prstGeom prst="line">
            <a:avLst/>
          </a:prstGeom>
          <a:ln w="38100">
            <a:solidFill>
              <a:srgbClr val="12ABDB"/>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CC25A9B7-5673-4E49-ABD6-8D0E06EDD927}"/>
              </a:ext>
            </a:extLst>
          </p:cNvPr>
          <p:cNvCxnSpPr>
            <a:cxnSpLocks/>
          </p:cNvCxnSpPr>
          <p:nvPr userDrawn="1"/>
        </p:nvCxnSpPr>
        <p:spPr>
          <a:xfrm>
            <a:off x="8029871" y="5229199"/>
            <a:ext cx="0" cy="432147"/>
          </a:xfrm>
          <a:prstGeom prst="line">
            <a:avLst/>
          </a:prstGeom>
          <a:ln w="38100">
            <a:solidFill>
              <a:srgbClr val="12ABDB"/>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D026C540-9EA3-4699-A6BC-DF9BDF921E83}"/>
              </a:ext>
            </a:extLst>
          </p:cNvPr>
          <p:cNvCxnSpPr>
            <a:cxnSpLocks/>
          </p:cNvCxnSpPr>
          <p:nvPr userDrawn="1"/>
        </p:nvCxnSpPr>
        <p:spPr>
          <a:xfrm>
            <a:off x="10179266" y="5219674"/>
            <a:ext cx="0" cy="432147"/>
          </a:xfrm>
          <a:prstGeom prst="line">
            <a:avLst/>
          </a:prstGeom>
          <a:ln w="38100">
            <a:solidFill>
              <a:srgbClr val="12ABDB"/>
            </a:solidFill>
          </a:ln>
        </p:spPr>
        <p:style>
          <a:lnRef idx="1">
            <a:schemeClr val="accent1"/>
          </a:lnRef>
          <a:fillRef idx="0">
            <a:schemeClr val="accent1"/>
          </a:fillRef>
          <a:effectRef idx="0">
            <a:schemeClr val="accent1"/>
          </a:effectRef>
          <a:fontRef idx="minor">
            <a:schemeClr val="tx1"/>
          </a:fontRef>
        </p:style>
      </p:cxnSp>
      <p:sp>
        <p:nvSpPr>
          <p:cNvPr id="34" name="Text Placeholder 7">
            <a:extLst>
              <a:ext uri="{FF2B5EF4-FFF2-40B4-BE49-F238E27FC236}">
                <a16:creationId xmlns:a16="http://schemas.microsoft.com/office/drawing/2014/main" id="{0853CDE9-3036-46C6-AB9B-6C5E6B531E6E}"/>
              </a:ext>
            </a:extLst>
          </p:cNvPr>
          <p:cNvSpPr>
            <a:spLocks noGrp="1"/>
          </p:cNvSpPr>
          <p:nvPr>
            <p:ph type="body" sz="quarter" idx="32" hasCustomPrompt="1"/>
          </p:nvPr>
        </p:nvSpPr>
        <p:spPr>
          <a:xfrm>
            <a:off x="5157506" y="2091773"/>
            <a:ext cx="3314758" cy="880224"/>
          </a:xfrm>
          <a:prstGeom prst="rect">
            <a:avLst/>
          </a:prstGeom>
        </p:spPr>
        <p:txBody>
          <a:bodyPr>
            <a:noAutofit/>
          </a:bodyPr>
          <a:lstStyle>
            <a:lvl1pPr>
              <a:lnSpc>
                <a:spcPts val="1400"/>
              </a:lnSpc>
              <a:spcBef>
                <a:spcPts val="0"/>
              </a:spcBef>
              <a:spcAft>
                <a:spcPts val="0"/>
              </a:spcAft>
              <a:defRPr sz="1200"/>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dirty="0"/>
              <a:t>Click to insert text</a:t>
            </a:r>
          </a:p>
        </p:txBody>
      </p:sp>
      <p:sp>
        <p:nvSpPr>
          <p:cNvPr id="35" name="Text Placeholder 7">
            <a:extLst>
              <a:ext uri="{FF2B5EF4-FFF2-40B4-BE49-F238E27FC236}">
                <a16:creationId xmlns:a16="http://schemas.microsoft.com/office/drawing/2014/main" id="{41BEF085-D952-4028-B6B4-18F2CB2BE51E}"/>
              </a:ext>
            </a:extLst>
          </p:cNvPr>
          <p:cNvSpPr>
            <a:spLocks noGrp="1"/>
          </p:cNvSpPr>
          <p:nvPr>
            <p:ph type="body" sz="quarter" idx="33" hasCustomPrompt="1"/>
          </p:nvPr>
        </p:nvSpPr>
        <p:spPr>
          <a:xfrm>
            <a:off x="2391842" y="3564257"/>
            <a:ext cx="3314758" cy="880224"/>
          </a:xfrm>
          <a:prstGeom prst="rect">
            <a:avLst/>
          </a:prstGeom>
        </p:spPr>
        <p:txBody>
          <a:bodyPr>
            <a:noAutofit/>
          </a:bodyPr>
          <a:lstStyle>
            <a:lvl1pPr>
              <a:lnSpc>
                <a:spcPts val="1400"/>
              </a:lnSpc>
              <a:spcBef>
                <a:spcPts val="0"/>
              </a:spcBef>
              <a:spcAft>
                <a:spcPts val="0"/>
              </a:spcAft>
              <a:defRPr sz="1200"/>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dirty="0"/>
              <a:t>Click to insert text</a:t>
            </a:r>
          </a:p>
        </p:txBody>
      </p:sp>
      <p:sp>
        <p:nvSpPr>
          <p:cNvPr id="36" name="Text Placeholder 7">
            <a:extLst>
              <a:ext uri="{FF2B5EF4-FFF2-40B4-BE49-F238E27FC236}">
                <a16:creationId xmlns:a16="http://schemas.microsoft.com/office/drawing/2014/main" id="{25AB3DC5-A8F4-44C0-B0E0-2B42559A081F}"/>
              </a:ext>
            </a:extLst>
          </p:cNvPr>
          <p:cNvSpPr>
            <a:spLocks noGrp="1"/>
          </p:cNvSpPr>
          <p:nvPr>
            <p:ph type="body" sz="quarter" idx="34" hasCustomPrompt="1"/>
          </p:nvPr>
        </p:nvSpPr>
        <p:spPr>
          <a:xfrm>
            <a:off x="7896622" y="3564257"/>
            <a:ext cx="3314758" cy="880224"/>
          </a:xfrm>
          <a:prstGeom prst="rect">
            <a:avLst/>
          </a:prstGeom>
        </p:spPr>
        <p:txBody>
          <a:bodyPr>
            <a:noAutofit/>
          </a:bodyPr>
          <a:lstStyle>
            <a:lvl1pPr>
              <a:lnSpc>
                <a:spcPts val="1400"/>
              </a:lnSpc>
              <a:spcBef>
                <a:spcPts val="0"/>
              </a:spcBef>
              <a:spcAft>
                <a:spcPts val="0"/>
              </a:spcAft>
              <a:defRPr sz="1200"/>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dirty="0"/>
              <a:t>Click to insert text</a:t>
            </a:r>
          </a:p>
        </p:txBody>
      </p:sp>
      <p:sp>
        <p:nvSpPr>
          <p:cNvPr id="38" name="Text Placeholder 7">
            <a:extLst>
              <a:ext uri="{FF2B5EF4-FFF2-40B4-BE49-F238E27FC236}">
                <a16:creationId xmlns:a16="http://schemas.microsoft.com/office/drawing/2014/main" id="{C9C72BE0-AF43-4AA8-8142-178566D9F143}"/>
              </a:ext>
            </a:extLst>
          </p:cNvPr>
          <p:cNvSpPr>
            <a:spLocks noGrp="1"/>
          </p:cNvSpPr>
          <p:nvPr>
            <p:ph type="body" sz="quarter" idx="36" hasCustomPrompt="1"/>
          </p:nvPr>
        </p:nvSpPr>
        <p:spPr>
          <a:xfrm>
            <a:off x="881063" y="3428106"/>
            <a:ext cx="1440160" cy="1152128"/>
          </a:xfrm>
          <a:prstGeom prst="rect">
            <a:avLst/>
          </a:prstGeom>
          <a:solidFill>
            <a:srgbClr val="12ABDB"/>
          </a:solidFill>
        </p:spPr>
        <p:txBody>
          <a:bodyPr rIns="0" anchor="ctr">
            <a:noAutofit/>
          </a:bodyPr>
          <a:lstStyle>
            <a:lvl1pPr algn="ctr">
              <a:lnSpc>
                <a:spcPts val="1800"/>
              </a:lnSpc>
              <a:spcBef>
                <a:spcPts val="0"/>
              </a:spcBef>
              <a:spcAft>
                <a:spcPts val="0"/>
              </a:spcAft>
              <a:defRPr sz="1600" b="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dirty="0"/>
              <a:t>Insert Group Name</a:t>
            </a:r>
          </a:p>
        </p:txBody>
      </p:sp>
      <p:sp>
        <p:nvSpPr>
          <p:cNvPr id="41"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407988" y="404813"/>
            <a:ext cx="11016604" cy="863600"/>
          </a:xfrm>
          <a:prstGeom prst="rect">
            <a:avLst/>
          </a:prstGeom>
        </p:spPr>
        <p:txBody>
          <a:bodyPr vert="horz" lIns="0" tIns="0" rIns="0" bIns="0" rtlCol="0" anchor="t">
            <a:normAutofit/>
          </a:bodyPr>
          <a:lstStyle>
            <a:lvl1pPr>
              <a:defRPr lang="pt-PT" dirty="0"/>
            </a:lvl1pPr>
          </a:lstStyle>
          <a:p>
            <a:pPr lvl="0">
              <a:lnSpc>
                <a:spcPts val="3000"/>
              </a:lnSpc>
            </a:pPr>
            <a:r>
              <a:rPr lang="en-US" dirty="0"/>
              <a:t>Click to add title</a:t>
            </a:r>
            <a:endParaRPr lang="pt-PT" dirty="0"/>
          </a:p>
        </p:txBody>
      </p:sp>
      <p:sp>
        <p:nvSpPr>
          <p:cNvPr id="47" name="Retângulo 43">
            <a:extLst>
              <a:ext uri="{FF2B5EF4-FFF2-40B4-BE49-F238E27FC236}">
                <a16:creationId xmlns:a16="http://schemas.microsoft.com/office/drawing/2014/main" id="{25FC8637-25BD-4C09-AF25-56B4243DAB3D}"/>
              </a:ext>
            </a:extLst>
          </p:cNvPr>
          <p:cNvSpPr/>
          <p:nvPr userDrawn="1"/>
        </p:nvSpPr>
        <p:spPr>
          <a:xfrm>
            <a:off x="11784013" y="6555758"/>
            <a:ext cx="242375" cy="215444"/>
          </a:xfrm>
          <a:prstGeom prst="rect">
            <a:avLst/>
          </a:prstGeom>
        </p:spPr>
        <p:txBody>
          <a:bodyPr wrap="none">
            <a:spAutoFit/>
          </a:bodyPr>
          <a:lstStyle/>
          <a:p>
            <a:pPr algn="r"/>
            <a:fld id="{0502E5A9-B53C-401E-A0E0-4A359BB0A9E5}" type="slidenum">
              <a:rPr lang="en-US" sz="800" smtClean="0">
                <a:solidFill>
                  <a:prstClr val="black">
                    <a:lumMod val="50000"/>
                    <a:lumOff val="50000"/>
                  </a:prstClr>
                </a:solidFill>
                <a:cs typeface="Arial" panose="020B0604020202020204" pitchFamily="34" charset="0"/>
              </a:rPr>
              <a:t>‹#›</a:t>
            </a:fld>
            <a:endParaRPr lang="en-US" sz="800" dirty="0">
              <a:solidFill>
                <a:prstClr val="black">
                  <a:lumMod val="50000"/>
                  <a:lumOff val="50000"/>
                </a:prstClr>
              </a:solidFill>
              <a:cs typeface="Arial" panose="020B0604020202020204" pitchFamily="34" charset="0"/>
            </a:endParaRPr>
          </a:p>
        </p:txBody>
      </p:sp>
      <p:cxnSp>
        <p:nvCxnSpPr>
          <p:cNvPr id="48"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3283674"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49" name="Rectangle 27">
            <a:hlinkClick r:id="rId2"/>
            <a:extLst>
              <a:ext uri="{FF2B5EF4-FFF2-40B4-BE49-F238E27FC236}">
                <a16:creationId xmlns:a16="http://schemas.microsoft.com/office/drawing/2014/main" id="{F376ABD1-4930-42EB-9A73-9A9C7C6BF2D3}"/>
              </a:ext>
            </a:extLst>
          </p:cNvPr>
          <p:cNvSpPr/>
          <p:nvPr userDrawn="1"/>
        </p:nvSpPr>
        <p:spPr>
          <a:xfrm>
            <a:off x="407988" y="6555971"/>
            <a:ext cx="2829007" cy="219456"/>
          </a:xfrm>
          <a:prstGeom prst="rect">
            <a:avLst/>
          </a:prstGeom>
        </p:spPr>
        <p:txBody>
          <a:bodyPr wrap="square" lIns="0" tIns="0" rIns="0" bIns="0" anchor="ctr" anchorCtr="0">
            <a:noAutofit/>
          </a:bodyPr>
          <a:lstStyle/>
          <a:p>
            <a:pPr lvl="0" algn="l" defTabSz="914400">
              <a:lnSpc>
                <a:spcPct val="85000"/>
              </a:lnSpc>
              <a:defRPr/>
            </a:pPr>
            <a:r>
              <a:rPr lang="en-US" sz="800" kern="0" dirty="0">
                <a:solidFill>
                  <a:srgbClr val="00458D"/>
                </a:solidFill>
                <a:latin typeface="+mj-lt"/>
                <a:cs typeface="Arial" panose="020B0604020202020204" pitchFamily="34" charset="0"/>
              </a:rPr>
              <a:t>Presentation Title | Author | Date</a:t>
            </a:r>
          </a:p>
        </p:txBody>
      </p:sp>
      <p:sp>
        <p:nvSpPr>
          <p:cNvPr id="50" name="Retângulo 43">
            <a:extLst>
              <a:ext uri="{FF2B5EF4-FFF2-40B4-BE49-F238E27FC236}">
                <a16:creationId xmlns:a16="http://schemas.microsoft.com/office/drawing/2014/main" id="{834ADCB4-BFB1-450D-8F6D-64217F4CD92C}"/>
              </a:ext>
            </a:extLst>
          </p:cNvPr>
          <p:cNvSpPr/>
          <p:nvPr userDrawn="1"/>
        </p:nvSpPr>
        <p:spPr>
          <a:xfrm>
            <a:off x="3411379" y="6555758"/>
            <a:ext cx="2223686" cy="219456"/>
          </a:xfrm>
          <a:prstGeom prst="rect">
            <a:avLst/>
          </a:prstGeom>
        </p:spPr>
        <p:txBody>
          <a:bodyPr wrap="none" lIns="0" tIns="0" rIns="0" bIns="0" anchor="ctr">
            <a:noAutofit/>
          </a:bodyPr>
          <a:lstStyle/>
          <a:p>
            <a:pPr algn="l"/>
            <a:r>
              <a:rPr lang="en-US" sz="800" dirty="0">
                <a:solidFill>
                  <a:schemeClr val="bg2">
                    <a:lumMod val="50000"/>
                  </a:schemeClr>
                </a:solidFill>
                <a:cs typeface="Arial" panose="020B0604020202020204" pitchFamily="34" charset="0"/>
              </a:rPr>
              <a:t>© 2017 Capgemini. All rights reserved.</a:t>
            </a:r>
          </a:p>
        </p:txBody>
      </p:sp>
    </p:spTree>
    <p:extLst>
      <p:ext uri="{BB962C8B-B14F-4D97-AF65-F5344CB8AC3E}">
        <p14:creationId xmlns:p14="http://schemas.microsoft.com/office/powerpoint/2010/main" val="506585100"/>
      </p:ext>
    </p:extLst>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losing1">
    <p:spTree>
      <p:nvGrpSpPr>
        <p:cNvPr id="1" name=""/>
        <p:cNvGrpSpPr/>
        <p:nvPr/>
      </p:nvGrpSpPr>
      <p:grpSpPr>
        <a:xfrm>
          <a:off x="0" y="0"/>
          <a:ext cx="0" cy="0"/>
          <a:chOff x="0" y="0"/>
          <a:chExt cx="0" cy="0"/>
        </a:xfrm>
      </p:grpSpPr>
      <p:sp>
        <p:nvSpPr>
          <p:cNvPr id="7" name="Rectangle 6"/>
          <p:cNvSpPr/>
          <p:nvPr userDrawn="1"/>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Freeform 5"/>
          <p:cNvSpPr>
            <a:spLocks/>
          </p:cNvSpPr>
          <p:nvPr userDrawn="1"/>
        </p:nvSpPr>
        <p:spPr bwMode="auto">
          <a:xfrm>
            <a:off x="-1243012" y="-2656920"/>
            <a:ext cx="10768012" cy="11443496"/>
          </a:xfrm>
          <a:custGeom>
            <a:avLst/>
            <a:gdLst>
              <a:gd name="T0" fmla="*/ 854 w 3407"/>
              <a:gd name="T1" fmla="*/ 0 h 3621"/>
              <a:gd name="T2" fmla="*/ 0 w 3407"/>
              <a:gd name="T3" fmla="*/ 0 h 3621"/>
              <a:gd name="T4" fmla="*/ 0 w 3407"/>
              <a:gd name="T5" fmla="*/ 3621 h 3621"/>
              <a:gd name="T6" fmla="*/ 3407 w 3407"/>
              <a:gd name="T7" fmla="*/ 3621 h 3621"/>
              <a:gd name="T8" fmla="*/ 3407 w 3407"/>
              <a:gd name="T9" fmla="*/ 3617 h 3621"/>
              <a:gd name="T10" fmla="*/ 179 w 3407"/>
              <a:gd name="T11" fmla="*/ 3617 h 3621"/>
              <a:gd name="T12" fmla="*/ 2096 w 3407"/>
              <a:gd name="T13" fmla="*/ 1606 h 3621"/>
              <a:gd name="T14" fmla="*/ 854 w 3407"/>
              <a:gd name="T15" fmla="*/ 0 h 362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407" h="3621">
                <a:moveTo>
                  <a:pt x="854" y="0"/>
                </a:moveTo>
                <a:cubicBezTo>
                  <a:pt x="0" y="0"/>
                  <a:pt x="0" y="0"/>
                  <a:pt x="0" y="0"/>
                </a:cubicBezTo>
                <a:cubicBezTo>
                  <a:pt x="0" y="3621"/>
                  <a:pt x="0" y="3621"/>
                  <a:pt x="0" y="3621"/>
                </a:cubicBezTo>
                <a:cubicBezTo>
                  <a:pt x="3407" y="3621"/>
                  <a:pt x="3407" y="3621"/>
                  <a:pt x="3407" y="3621"/>
                </a:cubicBezTo>
                <a:cubicBezTo>
                  <a:pt x="3407" y="3617"/>
                  <a:pt x="3407" y="3617"/>
                  <a:pt x="3407" y="3617"/>
                </a:cubicBezTo>
                <a:cubicBezTo>
                  <a:pt x="179" y="3617"/>
                  <a:pt x="179" y="3617"/>
                  <a:pt x="179" y="3617"/>
                </a:cubicBezTo>
                <a:cubicBezTo>
                  <a:pt x="2551" y="2996"/>
                  <a:pt x="2421" y="1729"/>
                  <a:pt x="2096" y="1606"/>
                </a:cubicBezTo>
                <a:cubicBezTo>
                  <a:pt x="2281" y="2130"/>
                  <a:pt x="865" y="1627"/>
                  <a:pt x="854" y="0"/>
                </a:cubicBezTo>
              </a:path>
            </a:pathLst>
          </a:custGeom>
          <a:solidFill>
            <a:srgbClr val="300B4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nvGrpSpPr>
          <p:cNvPr id="9" name="Group 8"/>
          <p:cNvGrpSpPr/>
          <p:nvPr userDrawn="1"/>
        </p:nvGrpSpPr>
        <p:grpSpPr>
          <a:xfrm>
            <a:off x="4979035" y="2404110"/>
            <a:ext cx="735013" cy="682321"/>
            <a:chOff x="5662614" y="3032124"/>
            <a:chExt cx="863600" cy="801689"/>
          </a:xfrm>
        </p:grpSpPr>
        <p:sp>
          <p:nvSpPr>
            <p:cNvPr id="10" name="Freeform 9"/>
            <p:cNvSpPr>
              <a:spLocks/>
            </p:cNvSpPr>
            <p:nvPr/>
          </p:nvSpPr>
          <p:spPr bwMode="auto">
            <a:xfrm>
              <a:off x="5959476" y="3368675"/>
              <a:ext cx="566738" cy="465138"/>
            </a:xfrm>
            <a:custGeom>
              <a:avLst/>
              <a:gdLst>
                <a:gd name="T0" fmla="*/ 99 w 149"/>
                <a:gd name="T1" fmla="*/ 85 h 122"/>
                <a:gd name="T2" fmla="*/ 149 w 149"/>
                <a:gd name="T3" fmla="*/ 34 h 122"/>
                <a:gd name="T4" fmla="*/ 112 w 149"/>
                <a:gd name="T5" fmla="*/ 0 h 122"/>
                <a:gd name="T6" fmla="*/ 39 w 149"/>
                <a:gd name="T7" fmla="*/ 78 h 122"/>
                <a:gd name="T8" fmla="*/ 0 w 149"/>
                <a:gd name="T9" fmla="*/ 114 h 122"/>
                <a:gd name="T10" fmla="*/ 29 w 149"/>
                <a:gd name="T11" fmla="*/ 122 h 122"/>
                <a:gd name="T12" fmla="*/ 99 w 149"/>
                <a:gd name="T13" fmla="*/ 99 h 122"/>
                <a:gd name="T14" fmla="*/ 64 w 149"/>
                <a:gd name="T15" fmla="*/ 68 h 122"/>
                <a:gd name="T16" fmla="*/ 99 w 149"/>
                <a:gd name="T17" fmla="*/ 85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9" h="122">
                  <a:moveTo>
                    <a:pt x="99" y="85"/>
                  </a:moveTo>
                  <a:cubicBezTo>
                    <a:pt x="127" y="85"/>
                    <a:pt x="149" y="62"/>
                    <a:pt x="149" y="34"/>
                  </a:cubicBezTo>
                  <a:cubicBezTo>
                    <a:pt x="147" y="22"/>
                    <a:pt x="143" y="0"/>
                    <a:pt x="112" y="0"/>
                  </a:cubicBezTo>
                  <a:cubicBezTo>
                    <a:pt x="78" y="0"/>
                    <a:pt x="67" y="48"/>
                    <a:pt x="39" y="78"/>
                  </a:cubicBezTo>
                  <a:cubicBezTo>
                    <a:pt x="37" y="96"/>
                    <a:pt x="20" y="111"/>
                    <a:pt x="0" y="114"/>
                  </a:cubicBezTo>
                  <a:cubicBezTo>
                    <a:pt x="5" y="119"/>
                    <a:pt x="16" y="122"/>
                    <a:pt x="29" y="122"/>
                  </a:cubicBezTo>
                  <a:cubicBezTo>
                    <a:pt x="54" y="122"/>
                    <a:pt x="84" y="115"/>
                    <a:pt x="99" y="99"/>
                  </a:cubicBezTo>
                  <a:cubicBezTo>
                    <a:pt x="78" y="100"/>
                    <a:pt x="65" y="86"/>
                    <a:pt x="64" y="68"/>
                  </a:cubicBezTo>
                  <a:cubicBezTo>
                    <a:pt x="74" y="80"/>
                    <a:pt x="85" y="85"/>
                    <a:pt x="99" y="85"/>
                  </a:cubicBezTo>
                </a:path>
              </a:pathLst>
            </a:custGeom>
            <a:solidFill>
              <a:srgbClr val="00B0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2"/>
            <p:cNvSpPr>
              <a:spLocks/>
            </p:cNvSpPr>
            <p:nvPr/>
          </p:nvSpPr>
          <p:spPr bwMode="auto">
            <a:xfrm>
              <a:off x="5662614" y="3032124"/>
              <a:ext cx="863600" cy="736599"/>
            </a:xfrm>
            <a:custGeom>
              <a:avLst/>
              <a:gdLst>
                <a:gd name="T0" fmla="*/ 227 w 227"/>
                <a:gd name="T1" fmla="*/ 120 h 193"/>
                <a:gd name="T2" fmla="*/ 188 w 227"/>
                <a:gd name="T3" fmla="*/ 40 h 193"/>
                <a:gd name="T4" fmla="*/ 127 w 227"/>
                <a:gd name="T5" fmla="*/ 3 h 193"/>
                <a:gd name="T6" fmla="*/ 122 w 227"/>
                <a:gd name="T7" fmla="*/ 0 h 193"/>
                <a:gd name="T8" fmla="*/ 122 w 227"/>
                <a:gd name="T9" fmla="*/ 0 h 193"/>
                <a:gd name="T10" fmla="*/ 0 w 227"/>
                <a:gd name="T11" fmla="*/ 125 h 193"/>
                <a:gd name="T12" fmla="*/ 42 w 227"/>
                <a:gd name="T13" fmla="*/ 187 h 193"/>
                <a:gd name="T14" fmla="*/ 85 w 227"/>
                <a:gd name="T15" fmla="*/ 188 h 193"/>
                <a:gd name="T16" fmla="*/ 117 w 227"/>
                <a:gd name="T17" fmla="*/ 166 h 193"/>
                <a:gd name="T18" fmla="*/ 190 w 227"/>
                <a:gd name="T19" fmla="*/ 88 h 193"/>
                <a:gd name="T20" fmla="*/ 227 w 227"/>
                <a:gd name="T21" fmla="*/ 122 h 193"/>
                <a:gd name="T22" fmla="*/ 227 w 227"/>
                <a:gd name="T23" fmla="*/ 120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7" h="193">
                  <a:moveTo>
                    <a:pt x="227" y="120"/>
                  </a:moveTo>
                  <a:cubicBezTo>
                    <a:pt x="226" y="89"/>
                    <a:pt x="211" y="62"/>
                    <a:pt x="188" y="40"/>
                  </a:cubicBezTo>
                  <a:cubicBezTo>
                    <a:pt x="170" y="24"/>
                    <a:pt x="149" y="12"/>
                    <a:pt x="127" y="3"/>
                  </a:cubicBezTo>
                  <a:cubicBezTo>
                    <a:pt x="125" y="2"/>
                    <a:pt x="123" y="1"/>
                    <a:pt x="122" y="0"/>
                  </a:cubicBezTo>
                  <a:cubicBezTo>
                    <a:pt x="122" y="0"/>
                    <a:pt x="122" y="0"/>
                    <a:pt x="122" y="0"/>
                  </a:cubicBezTo>
                  <a:cubicBezTo>
                    <a:pt x="94" y="33"/>
                    <a:pt x="0" y="57"/>
                    <a:pt x="0" y="125"/>
                  </a:cubicBezTo>
                  <a:cubicBezTo>
                    <a:pt x="0" y="152"/>
                    <a:pt x="17" y="177"/>
                    <a:pt x="42" y="187"/>
                  </a:cubicBezTo>
                  <a:cubicBezTo>
                    <a:pt x="56" y="193"/>
                    <a:pt x="71" y="193"/>
                    <a:pt x="85" y="188"/>
                  </a:cubicBezTo>
                  <a:cubicBezTo>
                    <a:pt x="98" y="184"/>
                    <a:pt x="108" y="176"/>
                    <a:pt x="117" y="166"/>
                  </a:cubicBezTo>
                  <a:cubicBezTo>
                    <a:pt x="145" y="136"/>
                    <a:pt x="156" y="88"/>
                    <a:pt x="190" y="88"/>
                  </a:cubicBezTo>
                  <a:cubicBezTo>
                    <a:pt x="221" y="88"/>
                    <a:pt x="225" y="110"/>
                    <a:pt x="227" y="122"/>
                  </a:cubicBezTo>
                  <a:cubicBezTo>
                    <a:pt x="227" y="122"/>
                    <a:pt x="227" y="121"/>
                    <a:pt x="227" y="120"/>
                  </a:cubicBezTo>
                </a:path>
              </a:pathLst>
            </a:custGeom>
            <a:solidFill>
              <a:srgbClr val="0075B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14" name="Rectangle 13"/>
          <p:cNvSpPr/>
          <p:nvPr userDrawn="1"/>
        </p:nvSpPr>
        <p:spPr>
          <a:xfrm>
            <a:off x="6536184" y="2886346"/>
            <a:ext cx="5125720" cy="7703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just">
              <a:lnSpc>
                <a:spcPts val="1200"/>
              </a:lnSpc>
            </a:pPr>
            <a:r>
              <a:rPr lang="en-US" sz="900" dirty="0">
                <a:solidFill>
                  <a:schemeClr val="tx1"/>
                </a:solidFill>
              </a:rPr>
              <a:t>With more than 190,000 people, Capgemini is present in over 40 countries and celebrates its 50th Anniversary year in 2017. A global leader in consulting, technology and outsourcing services, the Group reported 2016 global revenues of EUR 12.5 billion. Together with its clients, Capgemini creates and delivers business, technology and digital solutions that fit their needs, enabling them to achieve innovation and competitiveness. A deeply multicultural organization, Capgemini has developed its own way of working, </a:t>
            </a:r>
            <a:r>
              <a:rPr lang="en-US" sz="900" dirty="0">
                <a:solidFill>
                  <a:schemeClr val="accent1"/>
                </a:solidFill>
              </a:rPr>
              <a:t>the Collaborative Business Experience™</a:t>
            </a:r>
            <a:r>
              <a:rPr lang="en-US" sz="900" dirty="0">
                <a:solidFill>
                  <a:schemeClr val="tx1"/>
                </a:solidFill>
              </a:rPr>
              <a:t>, and draws on </a:t>
            </a:r>
            <a:r>
              <a:rPr lang="en-US" sz="900" dirty="0">
                <a:solidFill>
                  <a:schemeClr val="accent1"/>
                </a:solidFill>
              </a:rPr>
              <a:t>Rightshore</a:t>
            </a:r>
            <a:r>
              <a:rPr lang="en-US" sz="900" baseline="30000" dirty="0">
                <a:solidFill>
                  <a:schemeClr val="accent1"/>
                </a:solidFill>
              </a:rPr>
              <a:t>®</a:t>
            </a:r>
            <a:r>
              <a:rPr lang="en-US" sz="900" dirty="0">
                <a:solidFill>
                  <a:schemeClr val="tx1"/>
                </a:solidFill>
              </a:rPr>
              <a:t>, its worldwide delivery model.</a:t>
            </a:r>
          </a:p>
        </p:txBody>
      </p:sp>
      <p:sp>
        <p:nvSpPr>
          <p:cNvPr id="15" name="Rectangle 14"/>
          <p:cNvSpPr/>
          <p:nvPr userDrawn="1"/>
        </p:nvSpPr>
        <p:spPr>
          <a:xfrm>
            <a:off x="6536184" y="2507082"/>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dirty="0">
                <a:solidFill>
                  <a:schemeClr val="accent1"/>
                </a:solidFill>
              </a:rPr>
              <a:t>About Capgemini</a:t>
            </a:r>
          </a:p>
        </p:txBody>
      </p:sp>
      <p:sp>
        <p:nvSpPr>
          <p:cNvPr id="16" name="Rectangle 15"/>
          <p:cNvSpPr/>
          <p:nvPr userDrawn="1"/>
        </p:nvSpPr>
        <p:spPr>
          <a:xfrm>
            <a:off x="6536184" y="4235826"/>
            <a:ext cx="2057400"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just">
              <a:lnSpc>
                <a:spcPts val="1200"/>
              </a:lnSpc>
              <a:spcAft>
                <a:spcPts val="600"/>
              </a:spcAft>
            </a:pPr>
            <a:r>
              <a:rPr lang="en-US" sz="900" dirty="0">
                <a:solidFill>
                  <a:schemeClr val="tx1"/>
                </a:solidFill>
              </a:rPr>
              <a:t>Learn more about us at</a:t>
            </a:r>
          </a:p>
          <a:p>
            <a:pPr algn="just">
              <a:lnSpc>
                <a:spcPts val="1200"/>
              </a:lnSpc>
            </a:pPr>
            <a:r>
              <a:rPr lang="en-US" sz="1400" dirty="0">
                <a:solidFill>
                  <a:schemeClr val="accent2"/>
                </a:solidFill>
              </a:rPr>
              <a:t>www.capgemini.com</a:t>
            </a:r>
          </a:p>
        </p:txBody>
      </p:sp>
      <p:pic>
        <p:nvPicPr>
          <p:cNvPr id="17" name="Picture 2" descr="D:\My Work\Template\Icons\Social Media\LinkedIN.png">
            <a:hlinkClick r:id="rId2"/>
          </p:cNvPr>
          <p:cNvPicPr>
            <a:picLocks noChangeAspect="1" noChangeArrowheads="1"/>
          </p:cNvPicPr>
          <p:nvPr userDrawn="1"/>
        </p:nvPicPr>
        <p:blipFill>
          <a:blip r:embed="rId3" cstate="print"/>
          <a:srcRect/>
          <a:stretch>
            <a:fillRect/>
          </a:stretch>
        </p:blipFill>
        <p:spPr bwMode="auto">
          <a:xfrm>
            <a:off x="798415" y="3979258"/>
            <a:ext cx="333195" cy="333195"/>
          </a:xfrm>
          <a:prstGeom prst="rect">
            <a:avLst/>
          </a:prstGeom>
          <a:noFill/>
        </p:spPr>
      </p:pic>
      <p:pic>
        <p:nvPicPr>
          <p:cNvPr id="18" name="Picture 4" descr="D:\My Work\Template\Icons\Social Media\SlideShare.png">
            <a:hlinkClick r:id="rId4"/>
          </p:cNvPr>
          <p:cNvPicPr>
            <a:picLocks noChangeAspect="1" noChangeArrowheads="1"/>
          </p:cNvPicPr>
          <p:nvPr userDrawn="1"/>
        </p:nvPicPr>
        <p:blipFill>
          <a:blip r:embed="rId5" cstate="print"/>
          <a:srcRect/>
          <a:stretch>
            <a:fillRect/>
          </a:stretch>
        </p:blipFill>
        <p:spPr bwMode="auto">
          <a:xfrm>
            <a:off x="1181792" y="3979258"/>
            <a:ext cx="333195" cy="333195"/>
          </a:xfrm>
          <a:prstGeom prst="rect">
            <a:avLst/>
          </a:prstGeom>
          <a:noFill/>
        </p:spPr>
      </p:pic>
      <p:pic>
        <p:nvPicPr>
          <p:cNvPr id="19" name="Picture 5" descr="D:\My Work\Template\Icons\Social Media\Twitter.png">
            <a:hlinkClick r:id="rId6"/>
          </p:cNvPr>
          <p:cNvPicPr>
            <a:picLocks noChangeAspect="1" noChangeArrowheads="1"/>
          </p:cNvPicPr>
          <p:nvPr userDrawn="1"/>
        </p:nvPicPr>
        <p:blipFill>
          <a:blip r:embed="rId7" cstate="print"/>
          <a:srcRect/>
          <a:stretch>
            <a:fillRect/>
          </a:stretch>
        </p:blipFill>
        <p:spPr bwMode="auto">
          <a:xfrm>
            <a:off x="1565169" y="3979258"/>
            <a:ext cx="333195" cy="333195"/>
          </a:xfrm>
          <a:prstGeom prst="rect">
            <a:avLst/>
          </a:prstGeom>
          <a:noFill/>
        </p:spPr>
      </p:pic>
      <p:pic>
        <p:nvPicPr>
          <p:cNvPr id="20" name="Picture 6" descr="D:\My Work\Template\Icons\Social Media\YouTube.png">
            <a:hlinkClick r:id="rId8"/>
          </p:cNvPr>
          <p:cNvPicPr>
            <a:picLocks noChangeAspect="1" noChangeArrowheads="1"/>
          </p:cNvPicPr>
          <p:nvPr userDrawn="1"/>
        </p:nvPicPr>
        <p:blipFill>
          <a:blip r:embed="rId9" cstate="print"/>
          <a:srcRect/>
          <a:stretch>
            <a:fillRect/>
          </a:stretch>
        </p:blipFill>
        <p:spPr bwMode="auto">
          <a:xfrm>
            <a:off x="1948545" y="3979258"/>
            <a:ext cx="333195" cy="333195"/>
          </a:xfrm>
          <a:prstGeom prst="rect">
            <a:avLst/>
          </a:prstGeom>
          <a:noFill/>
        </p:spPr>
      </p:pic>
      <p:pic>
        <p:nvPicPr>
          <p:cNvPr id="21" name="Picture 7" descr="D:\My Work\Template\Icons\Social Media\Facebook.png">
            <a:hlinkClick r:id="rId10"/>
          </p:cNvPr>
          <p:cNvPicPr>
            <a:picLocks noChangeAspect="1" noChangeArrowheads="1"/>
          </p:cNvPicPr>
          <p:nvPr userDrawn="1"/>
        </p:nvPicPr>
        <p:blipFill>
          <a:blip r:embed="rId11" cstate="print"/>
          <a:srcRect/>
          <a:stretch>
            <a:fillRect/>
          </a:stretch>
        </p:blipFill>
        <p:spPr bwMode="auto">
          <a:xfrm>
            <a:off x="415038" y="3979258"/>
            <a:ext cx="333195" cy="333195"/>
          </a:xfrm>
          <a:prstGeom prst="rect">
            <a:avLst/>
          </a:prstGeom>
          <a:noFill/>
        </p:spPr>
      </p:pic>
      <p:sp>
        <p:nvSpPr>
          <p:cNvPr id="23" name="Rectangle 22"/>
          <p:cNvSpPr/>
          <p:nvPr userDrawn="1"/>
        </p:nvSpPr>
        <p:spPr>
          <a:xfrm>
            <a:off x="415038" y="5640913"/>
            <a:ext cx="4198620" cy="569387"/>
          </a:xfrm>
          <a:prstGeom prst="rect">
            <a:avLst/>
          </a:prstGeom>
        </p:spPr>
        <p:txBody>
          <a:bodyPr wrap="square" lIns="0" tIns="0" rIns="0" bIns="0" anchor="b" anchorCtr="0">
            <a:spAutoFit/>
          </a:bodyPr>
          <a:lstStyle/>
          <a:p>
            <a:pPr>
              <a:spcAft>
                <a:spcPts val="600"/>
              </a:spcAft>
            </a:pPr>
            <a:r>
              <a:rPr lang="en-US" sz="800" noProof="0" dirty="0">
                <a:solidFill>
                  <a:schemeClr val="bg1"/>
                </a:solidFill>
                <a:latin typeface="+mn-lt"/>
                <a:cs typeface="Arial"/>
              </a:rPr>
              <a:t>This message contains information that may be privileged or confidential and is the property of the Capgemini Group.</a:t>
            </a:r>
            <a:br>
              <a:rPr lang="en-US" sz="800" noProof="0" dirty="0">
                <a:solidFill>
                  <a:schemeClr val="bg1"/>
                </a:solidFill>
                <a:latin typeface="+mn-lt"/>
                <a:cs typeface="Arial"/>
              </a:rPr>
            </a:br>
            <a:r>
              <a:rPr lang="en-US" sz="800" noProof="0" dirty="0">
                <a:solidFill>
                  <a:schemeClr val="bg1"/>
                </a:solidFill>
                <a:latin typeface="Arial"/>
                <a:cs typeface="Arial"/>
              </a:rPr>
              <a:t>Copyright © 2017 Capgemini. All rights reserved.</a:t>
            </a:r>
          </a:p>
          <a:p>
            <a:pPr marL="0" marR="0" indent="0" defTabSz="957756" rtl="0" eaLnBrk="1" fontAlgn="auto" latinLnBrk="0" hangingPunct="1">
              <a:lnSpc>
                <a:spcPct val="100000"/>
              </a:lnSpc>
              <a:spcBef>
                <a:spcPts val="0"/>
              </a:spcBef>
              <a:spcAft>
                <a:spcPts val="600"/>
              </a:spcAft>
              <a:buClrTx/>
              <a:buSzTx/>
              <a:buFontTx/>
              <a:buNone/>
              <a:tabLst/>
              <a:defRPr/>
            </a:pPr>
            <a:r>
              <a:rPr lang="en-US" sz="800" noProof="0" dirty="0">
                <a:solidFill>
                  <a:schemeClr val="bg1"/>
                </a:solidFill>
                <a:latin typeface="Arial"/>
                <a:cs typeface="Arial"/>
              </a:rPr>
              <a:t>Rightshore</a:t>
            </a:r>
            <a:r>
              <a:rPr lang="en-US" sz="800" baseline="30000" noProof="0" dirty="0">
                <a:solidFill>
                  <a:schemeClr val="bg1"/>
                </a:solidFill>
                <a:latin typeface="Arial"/>
                <a:cs typeface="Arial"/>
              </a:rPr>
              <a:t>®</a:t>
            </a:r>
            <a:r>
              <a:rPr lang="en-US" sz="800" noProof="0" dirty="0">
                <a:solidFill>
                  <a:schemeClr val="bg1"/>
                </a:solidFill>
                <a:latin typeface="Arial"/>
                <a:cs typeface="Arial"/>
              </a:rPr>
              <a:t> is a trademark belonging to Capgemini.</a:t>
            </a:r>
          </a:p>
        </p:txBody>
      </p:sp>
      <p:sp>
        <p:nvSpPr>
          <p:cNvPr id="24" name="Rectangle 23"/>
          <p:cNvSpPr/>
          <p:nvPr userDrawn="1"/>
        </p:nvSpPr>
        <p:spPr>
          <a:xfrm>
            <a:off x="6536184" y="5933302"/>
            <a:ext cx="5219699" cy="276999"/>
          </a:xfrm>
          <a:prstGeom prst="rect">
            <a:avLst/>
          </a:prstGeom>
        </p:spPr>
        <p:txBody>
          <a:bodyPr wrap="square" lIns="0" tIns="0" rIns="0" bIns="0" anchor="b" anchorCtr="0">
            <a:spAutoFit/>
          </a:bodyPr>
          <a:lstStyle/>
          <a:p>
            <a:pPr>
              <a:spcAft>
                <a:spcPts val="600"/>
              </a:spcAft>
            </a:pPr>
            <a:r>
              <a:rPr lang="en-US" sz="600" dirty="0">
                <a:cs typeface="Arial"/>
              </a:rPr>
              <a:t>This message is intended only for the person to whom it is addressed. If you are not the intended recipient, you are not authorized to read, print, retain, copy, disseminate, distribute, or use this message or any part thereof. If you receive this message in error, please notify the sender immediately and delete all copies of this message. </a:t>
            </a:r>
          </a:p>
        </p:txBody>
      </p:sp>
      <p:sp>
        <p:nvSpPr>
          <p:cNvPr id="25" name="Rectangle 24">
            <a:hlinkClick r:id="rId12"/>
          </p:cNvPr>
          <p:cNvSpPr/>
          <p:nvPr userDrawn="1"/>
        </p:nvSpPr>
        <p:spPr>
          <a:xfrm>
            <a:off x="7489902" y="3812094"/>
            <a:ext cx="2336088" cy="124676"/>
          </a:xfrm>
          <a:prstGeom prst="rect">
            <a:avLst/>
          </a:prstGeom>
          <a:solidFill>
            <a:schemeClr val="accent2">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6" name="Rectangle 25">
            <a:hlinkClick r:id="rId13"/>
          </p:cNvPr>
          <p:cNvSpPr/>
          <p:nvPr userDrawn="1"/>
        </p:nvSpPr>
        <p:spPr>
          <a:xfrm>
            <a:off x="10730865" y="3812094"/>
            <a:ext cx="704850" cy="124676"/>
          </a:xfrm>
          <a:prstGeom prst="rect">
            <a:avLst/>
          </a:prstGeom>
          <a:solidFill>
            <a:schemeClr val="accent2">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7" name="Rectangle 26">
            <a:hlinkClick r:id="rId14"/>
          </p:cNvPr>
          <p:cNvSpPr/>
          <p:nvPr userDrawn="1"/>
        </p:nvSpPr>
        <p:spPr>
          <a:xfrm>
            <a:off x="6532245" y="4445639"/>
            <a:ext cx="1851660" cy="183449"/>
          </a:xfrm>
          <a:prstGeom prst="rect">
            <a:avLst/>
          </a:prstGeom>
          <a:solidFill>
            <a:schemeClr val="accent2">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29" name="Picture 28"/>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407572" y="4434172"/>
            <a:ext cx="2560320" cy="201012"/>
          </a:xfrm>
          <a:prstGeom prst="rect">
            <a:avLst/>
          </a:prstGeom>
        </p:spPr>
      </p:pic>
    </p:spTree>
    <p:extLst>
      <p:ext uri="{BB962C8B-B14F-4D97-AF65-F5344CB8AC3E}">
        <p14:creationId xmlns:p14="http://schemas.microsoft.com/office/powerpoint/2010/main" val="389746334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Image and Text1 (fixe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20ECE27-3956-4FE1-8709-933577BED31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24" y="0"/>
            <a:ext cx="12188952" cy="6858000"/>
          </a:xfrm>
          <a:prstGeom prst="rect">
            <a:avLst/>
          </a:prstGeom>
        </p:spPr>
      </p:pic>
      <p:pic>
        <p:nvPicPr>
          <p:cNvPr id="7" name="Graphic 6">
            <a:extLst>
              <a:ext uri="{FF2B5EF4-FFF2-40B4-BE49-F238E27FC236}">
                <a16:creationId xmlns:a16="http://schemas.microsoft.com/office/drawing/2014/main" id="{0D0D1E5A-3176-4CB4-975A-4DC18D29026C}"/>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r="23077" b="19676"/>
          <a:stretch/>
        </p:blipFill>
        <p:spPr>
          <a:xfrm rot="16200000">
            <a:off x="5413032" y="79029"/>
            <a:ext cx="6857997" cy="6699938"/>
          </a:xfrm>
          <a:prstGeom prst="rect">
            <a:avLst/>
          </a:prstGeom>
        </p:spPr>
      </p:pic>
      <p:sp>
        <p:nvSpPr>
          <p:cNvPr id="11" name="Title Placeholder 1">
            <a:extLst>
              <a:ext uri="{FF2B5EF4-FFF2-40B4-BE49-F238E27FC236}">
                <a16:creationId xmlns:a16="http://schemas.microsoft.com/office/drawing/2014/main" id="{AC165F49-BCC1-4C3B-91C3-5D1BB415ABF1}"/>
              </a:ext>
            </a:extLst>
          </p:cNvPr>
          <p:cNvSpPr>
            <a:spLocks noGrp="1"/>
          </p:cNvSpPr>
          <p:nvPr>
            <p:ph type="title" hasCustomPrompt="1"/>
          </p:nvPr>
        </p:nvSpPr>
        <p:spPr>
          <a:xfrm>
            <a:off x="6688365" y="4308293"/>
            <a:ext cx="3484336" cy="1721321"/>
          </a:xfrm>
          <a:prstGeom prst="rect">
            <a:avLst/>
          </a:prstGeom>
        </p:spPr>
        <p:txBody>
          <a:bodyPr vert="horz" lIns="0" tIns="0" rIns="0" bIns="45720" rtlCol="0" anchor="b">
            <a:noAutofit/>
          </a:bodyPr>
          <a:lstStyle>
            <a:lvl1pPr>
              <a:lnSpc>
                <a:spcPts val="3000"/>
              </a:lnSpc>
              <a:defRPr sz="2600">
                <a:solidFill>
                  <a:srgbClr val="2C004B"/>
                </a:solidFill>
              </a:defRPr>
            </a:lvl1pPr>
          </a:lstStyle>
          <a:p>
            <a:r>
              <a:rPr lang="en-US" dirty="0"/>
              <a:t>Click to add title</a:t>
            </a:r>
            <a:endParaRPr lang="pt-PT" dirty="0"/>
          </a:p>
        </p:txBody>
      </p:sp>
      <p:sp>
        <p:nvSpPr>
          <p:cNvPr id="12" name="Text Placeholder 7">
            <a:extLst>
              <a:ext uri="{FF2B5EF4-FFF2-40B4-BE49-F238E27FC236}">
                <a16:creationId xmlns:a16="http://schemas.microsoft.com/office/drawing/2014/main" id="{98BC8B91-D2A3-4F52-B4E2-1C3C1B691942}"/>
              </a:ext>
            </a:extLst>
          </p:cNvPr>
          <p:cNvSpPr>
            <a:spLocks noGrp="1"/>
          </p:cNvSpPr>
          <p:nvPr>
            <p:ph type="body" sz="quarter" idx="32" hasCustomPrompt="1"/>
          </p:nvPr>
        </p:nvSpPr>
        <p:spPr>
          <a:xfrm>
            <a:off x="407988" y="5085184"/>
            <a:ext cx="4123375" cy="944430"/>
          </a:xfrm>
          <a:prstGeom prst="rect">
            <a:avLst/>
          </a:prstGeom>
        </p:spPr>
        <p:txBody>
          <a:bodyPr anchor="b">
            <a:noAutofit/>
          </a:bodyPr>
          <a:lstStyle>
            <a:lvl1pPr>
              <a:lnSpc>
                <a:spcPts val="2200"/>
              </a:lnSpc>
              <a:spcAft>
                <a:spcPts val="0"/>
              </a:spcAft>
              <a:defRPr sz="1800"/>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dirty="0"/>
              <a:t>Click to insert text</a:t>
            </a:r>
          </a:p>
        </p:txBody>
      </p:sp>
      <p:pic>
        <p:nvPicPr>
          <p:cNvPr id="6" name="Graphic 4">
            <a:extLst>
              <a:ext uri="{FF2B5EF4-FFF2-40B4-BE49-F238E27FC236}">
                <a16:creationId xmlns:a16="http://schemas.microsoft.com/office/drawing/2014/main" id="{25EEA1D4-3AF7-42D7-AE97-AE404AECFAEB}"/>
              </a:ext>
            </a:extLst>
          </p:cNvPr>
          <p:cNvPicPr>
            <a:picLocks noChangeAspect="1"/>
          </p:cNvPicPr>
          <p:nvPr userDrawn="1"/>
        </p:nvPicPr>
        <p:blipFill rotWithShape="1">
          <a:blip r:embed="rId5">
            <a:extLst>
              <a:ext uri="{96DAC541-7B7A-43D3-8B79-37D633B846F1}">
                <asvg:svgBlip xmlns:asvg="http://schemas.microsoft.com/office/drawing/2016/SVG/main" r:embed="rId6"/>
              </a:ext>
            </a:extLst>
          </a:blip>
          <a:srcRect l="81836" t="-4713" b="16530"/>
          <a:stretch/>
        </p:blipFill>
        <p:spPr>
          <a:xfrm>
            <a:off x="11547793" y="188640"/>
            <a:ext cx="424356" cy="459624"/>
          </a:xfrm>
          <a:prstGeom prst="rect">
            <a:avLst/>
          </a:prstGeom>
        </p:spPr>
      </p:pic>
      <p:sp>
        <p:nvSpPr>
          <p:cNvPr id="8" name="Retângulo 43">
            <a:extLst>
              <a:ext uri="{FF2B5EF4-FFF2-40B4-BE49-F238E27FC236}">
                <a16:creationId xmlns:a16="http://schemas.microsoft.com/office/drawing/2014/main" id="{25FC8637-25BD-4C09-AF25-56B4243DAB3D}"/>
              </a:ext>
            </a:extLst>
          </p:cNvPr>
          <p:cNvSpPr/>
          <p:nvPr userDrawn="1"/>
        </p:nvSpPr>
        <p:spPr>
          <a:xfrm>
            <a:off x="11665391" y="6555758"/>
            <a:ext cx="360997" cy="215444"/>
          </a:xfrm>
          <a:prstGeom prst="rect">
            <a:avLst/>
          </a:prstGeom>
        </p:spPr>
        <p:txBody>
          <a:bodyPr wrap="none">
            <a:spAutoFit/>
          </a:bodyPr>
          <a:lstStyle/>
          <a:p>
            <a:pPr algn="r"/>
            <a:fld id="{0502E5A9-B53C-401E-A0E0-4A359BB0A9E5}" type="slidenum">
              <a:rPr lang="en-US" sz="800" smtClean="0">
                <a:solidFill>
                  <a:schemeClr val="bg1"/>
                </a:solidFill>
                <a:cs typeface="Arial" panose="020B0604020202020204" pitchFamily="34" charset="0"/>
              </a:rPr>
              <a:t>‹#›</a:t>
            </a:fld>
            <a:endParaRPr lang="en-US" sz="800" dirty="0">
              <a:solidFill>
                <a:schemeClr val="bg1"/>
              </a:solidFill>
              <a:cs typeface="Arial" panose="020B0604020202020204" pitchFamily="34" charset="0"/>
            </a:endParaRPr>
          </a:p>
        </p:txBody>
      </p:sp>
      <p:cxnSp>
        <p:nvCxnSpPr>
          <p:cNvPr id="9"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3283674"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10" name="Rectangle 27">
            <a:hlinkClick r:id="rId7"/>
            <a:extLst>
              <a:ext uri="{FF2B5EF4-FFF2-40B4-BE49-F238E27FC236}">
                <a16:creationId xmlns:a16="http://schemas.microsoft.com/office/drawing/2014/main" id="{F376ABD1-4930-42EB-9A73-9A9C7C6BF2D3}"/>
              </a:ext>
            </a:extLst>
          </p:cNvPr>
          <p:cNvSpPr/>
          <p:nvPr userDrawn="1"/>
        </p:nvSpPr>
        <p:spPr>
          <a:xfrm>
            <a:off x="407988" y="6555971"/>
            <a:ext cx="2829007" cy="219456"/>
          </a:xfrm>
          <a:prstGeom prst="rect">
            <a:avLst/>
          </a:prstGeom>
        </p:spPr>
        <p:txBody>
          <a:bodyPr wrap="square" lIns="0" tIns="0" rIns="0" bIns="0" anchor="ctr" anchorCtr="0">
            <a:noAutofit/>
          </a:bodyPr>
          <a:lstStyle/>
          <a:p>
            <a:pPr lvl="0" algn="l" defTabSz="914400">
              <a:lnSpc>
                <a:spcPct val="85000"/>
              </a:lnSpc>
              <a:defRPr/>
            </a:pPr>
            <a:r>
              <a:rPr lang="en-US" sz="800" kern="0" dirty="0">
                <a:solidFill>
                  <a:srgbClr val="00458D"/>
                </a:solidFill>
                <a:latin typeface="+mj-lt"/>
                <a:cs typeface="Arial" panose="020B0604020202020204" pitchFamily="34" charset="0"/>
              </a:rPr>
              <a:t>Presentation Title | Author | Date</a:t>
            </a:r>
          </a:p>
        </p:txBody>
      </p:sp>
      <p:sp>
        <p:nvSpPr>
          <p:cNvPr id="13" name="Retângulo 43">
            <a:extLst>
              <a:ext uri="{FF2B5EF4-FFF2-40B4-BE49-F238E27FC236}">
                <a16:creationId xmlns:a16="http://schemas.microsoft.com/office/drawing/2014/main" id="{834ADCB4-BFB1-450D-8F6D-64217F4CD92C}"/>
              </a:ext>
            </a:extLst>
          </p:cNvPr>
          <p:cNvSpPr/>
          <p:nvPr userDrawn="1"/>
        </p:nvSpPr>
        <p:spPr>
          <a:xfrm>
            <a:off x="3411379" y="6555758"/>
            <a:ext cx="2223686" cy="219456"/>
          </a:xfrm>
          <a:prstGeom prst="rect">
            <a:avLst/>
          </a:prstGeom>
        </p:spPr>
        <p:txBody>
          <a:bodyPr wrap="none" lIns="0" tIns="0" rIns="0" bIns="0" anchor="ctr">
            <a:noAutofit/>
          </a:bodyPr>
          <a:lstStyle/>
          <a:p>
            <a:pPr algn="l"/>
            <a:r>
              <a:rPr lang="en-US" sz="800" dirty="0">
                <a:solidFill>
                  <a:schemeClr val="bg2">
                    <a:lumMod val="50000"/>
                  </a:schemeClr>
                </a:solidFill>
                <a:cs typeface="Arial" panose="020B0604020202020204" pitchFamily="34" charset="0"/>
              </a:rPr>
              <a:t>© 2017 Capgemini. All rights reserved.</a:t>
            </a:r>
          </a:p>
        </p:txBody>
      </p:sp>
    </p:spTree>
    <p:extLst>
      <p:ext uri="{BB962C8B-B14F-4D97-AF65-F5344CB8AC3E}">
        <p14:creationId xmlns:p14="http://schemas.microsoft.com/office/powerpoint/2010/main" val="254546199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Image and Text_2">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53181C41-E797-4C55-B0D0-233FF421FA83}"/>
              </a:ext>
            </a:extLst>
          </p:cNvPr>
          <p:cNvPicPr>
            <a:picLocks noChangeAspect="1"/>
          </p:cNvPicPr>
          <p:nvPr userDrawn="1"/>
        </p:nvPicPr>
        <p:blipFill>
          <a:blip r:embed="rId2">
            <a:extLst>
              <a:ext uri="{96DAC541-7B7A-43D3-8B79-37D633B846F1}">
                <asvg:svgBlip xmlns:asvg="http://schemas.microsoft.com/office/drawing/2016/SVG/main" r:embed="rId3"/>
              </a:ext>
            </a:extLst>
          </a:blip>
          <a:srcRect t="20875"/>
          <a:stretch>
            <a:fillRect/>
          </a:stretch>
        </p:blipFill>
        <p:spPr>
          <a:xfrm rot="19800000" flipH="1">
            <a:off x="-1758634" y="-861399"/>
            <a:ext cx="8293531" cy="6688887"/>
          </a:xfrm>
          <a:custGeom>
            <a:avLst/>
            <a:gdLst>
              <a:gd name="connsiteX0" fmla="*/ 4973426 w 8293531"/>
              <a:gd name="connsiteY0" fmla="*/ 0 h 6688887"/>
              <a:gd name="connsiteX1" fmla="*/ 0 w 8293531"/>
              <a:gd name="connsiteY1" fmla="*/ 2871409 h 6688887"/>
              <a:gd name="connsiteX2" fmla="*/ 0 w 8293531"/>
              <a:gd name="connsiteY2" fmla="*/ 3722915 h 6688887"/>
              <a:gd name="connsiteX3" fmla="*/ 1712404 w 8293531"/>
              <a:gd name="connsiteY3" fmla="*/ 6688887 h 6688887"/>
              <a:gd name="connsiteX4" fmla="*/ 6973982 w 8293531"/>
              <a:gd name="connsiteY4" fmla="*/ 6688887 h 6688887"/>
              <a:gd name="connsiteX5" fmla="*/ 8293531 w 8293531"/>
              <a:gd name="connsiteY5" fmla="*/ 5927045 h 6688887"/>
              <a:gd name="connsiteX6" fmla="*/ 8293531 w 8293531"/>
              <a:gd name="connsiteY6" fmla="*/ 5750590 h 66888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293531" h="6688887">
                <a:moveTo>
                  <a:pt x="4973426" y="0"/>
                </a:moveTo>
                <a:lnTo>
                  <a:pt x="0" y="2871409"/>
                </a:lnTo>
                <a:lnTo>
                  <a:pt x="0" y="3722915"/>
                </a:lnTo>
                <a:lnTo>
                  <a:pt x="1712404" y="6688887"/>
                </a:lnTo>
                <a:lnTo>
                  <a:pt x="6973982" y="6688887"/>
                </a:lnTo>
                <a:lnTo>
                  <a:pt x="8293531" y="5927045"/>
                </a:lnTo>
                <a:lnTo>
                  <a:pt x="8293531" y="5750590"/>
                </a:lnTo>
                <a:close/>
              </a:path>
            </a:pathLst>
          </a:custGeom>
        </p:spPr>
      </p:pic>
      <p:sp>
        <p:nvSpPr>
          <p:cNvPr id="10" name="Picture Placeholder 17">
            <a:extLst>
              <a:ext uri="{FF2B5EF4-FFF2-40B4-BE49-F238E27FC236}">
                <a16:creationId xmlns:a16="http://schemas.microsoft.com/office/drawing/2014/main" id="{218E0C47-FBAF-440E-A6A0-9D14AE6071F8}"/>
              </a:ext>
            </a:extLst>
          </p:cNvPr>
          <p:cNvSpPr>
            <a:spLocks noGrp="1"/>
          </p:cNvSpPr>
          <p:nvPr>
            <p:ph type="pic" sz="quarter" idx="10"/>
          </p:nvPr>
        </p:nvSpPr>
        <p:spPr>
          <a:xfrm>
            <a:off x="0" y="-1"/>
            <a:ext cx="12192000" cy="6857998"/>
          </a:xfrm>
          <a:prstGeom prst="rect">
            <a:avLst/>
          </a:prstGeom>
          <a:noFill/>
        </p:spPr>
        <p:txBody>
          <a:bodyPr anchor="ctr"/>
          <a:lstStyle>
            <a:lvl1pPr algn="ctr">
              <a:defRPr/>
            </a:lvl1pPr>
          </a:lstStyle>
          <a:p>
            <a:endParaRPr lang="pt-PT" dirty="0"/>
          </a:p>
        </p:txBody>
      </p:sp>
      <p:sp>
        <p:nvSpPr>
          <p:cNvPr id="11" name="Title Placeholder 1">
            <a:extLst>
              <a:ext uri="{FF2B5EF4-FFF2-40B4-BE49-F238E27FC236}">
                <a16:creationId xmlns:a16="http://schemas.microsoft.com/office/drawing/2014/main" id="{AC165F49-BCC1-4C3B-91C3-5D1BB415ABF1}"/>
              </a:ext>
            </a:extLst>
          </p:cNvPr>
          <p:cNvSpPr>
            <a:spLocks noGrp="1"/>
          </p:cNvSpPr>
          <p:nvPr>
            <p:ph type="title" hasCustomPrompt="1"/>
          </p:nvPr>
        </p:nvSpPr>
        <p:spPr>
          <a:xfrm>
            <a:off x="407988" y="649981"/>
            <a:ext cx="4319860" cy="1194843"/>
          </a:xfrm>
          <a:prstGeom prst="rect">
            <a:avLst/>
          </a:prstGeom>
        </p:spPr>
        <p:txBody>
          <a:bodyPr vert="horz" lIns="0" tIns="0" rIns="0" bIns="0" rtlCol="0" anchor="b">
            <a:normAutofit/>
          </a:bodyPr>
          <a:lstStyle>
            <a:lvl1pPr>
              <a:lnSpc>
                <a:spcPts val="3000"/>
              </a:lnSpc>
              <a:defRPr sz="2600">
                <a:solidFill>
                  <a:srgbClr val="12ABDB"/>
                </a:solidFill>
              </a:defRPr>
            </a:lvl1pPr>
          </a:lstStyle>
          <a:p>
            <a:r>
              <a:rPr lang="en-US" dirty="0"/>
              <a:t>Click to insert title</a:t>
            </a:r>
            <a:endParaRPr lang="pt-PT" dirty="0"/>
          </a:p>
        </p:txBody>
      </p:sp>
      <p:sp>
        <p:nvSpPr>
          <p:cNvPr id="12" name="Text Placeholder 7">
            <a:extLst>
              <a:ext uri="{FF2B5EF4-FFF2-40B4-BE49-F238E27FC236}">
                <a16:creationId xmlns:a16="http://schemas.microsoft.com/office/drawing/2014/main" id="{98BC8B91-D2A3-4F52-B4E2-1C3C1B691942}"/>
              </a:ext>
            </a:extLst>
          </p:cNvPr>
          <p:cNvSpPr>
            <a:spLocks noGrp="1"/>
          </p:cNvSpPr>
          <p:nvPr>
            <p:ph type="body" sz="quarter" idx="32" hasCustomPrompt="1"/>
          </p:nvPr>
        </p:nvSpPr>
        <p:spPr>
          <a:xfrm>
            <a:off x="407988" y="1988840"/>
            <a:ext cx="3599780" cy="1152127"/>
          </a:xfrm>
          <a:prstGeom prst="rect">
            <a:avLst/>
          </a:prstGeom>
        </p:spPr>
        <p:txBody>
          <a:bodyPr lIns="0" tIns="0" rIns="0" bIns="0">
            <a:noAutofit/>
          </a:bodyPr>
          <a:lstStyle>
            <a:lvl1pPr>
              <a:lnSpc>
                <a:spcPct val="100000"/>
              </a:lnSpc>
              <a:defRPr sz="180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dirty="0"/>
              <a:t>Click to insert text</a:t>
            </a:r>
          </a:p>
        </p:txBody>
      </p:sp>
      <p:sp>
        <p:nvSpPr>
          <p:cNvPr id="6" name="Retângulo 43">
            <a:extLst>
              <a:ext uri="{FF2B5EF4-FFF2-40B4-BE49-F238E27FC236}">
                <a16:creationId xmlns:a16="http://schemas.microsoft.com/office/drawing/2014/main" id="{25FC8637-25BD-4C09-AF25-56B4243DAB3D}"/>
              </a:ext>
            </a:extLst>
          </p:cNvPr>
          <p:cNvSpPr/>
          <p:nvPr userDrawn="1"/>
        </p:nvSpPr>
        <p:spPr>
          <a:xfrm>
            <a:off x="11784013" y="6555758"/>
            <a:ext cx="242375" cy="215444"/>
          </a:xfrm>
          <a:prstGeom prst="rect">
            <a:avLst/>
          </a:prstGeom>
        </p:spPr>
        <p:txBody>
          <a:bodyPr wrap="none">
            <a:spAutoFit/>
          </a:bodyPr>
          <a:lstStyle/>
          <a:p>
            <a:pPr algn="r"/>
            <a:fld id="{0502E5A9-B53C-401E-A0E0-4A359BB0A9E5}" type="slidenum">
              <a:rPr lang="en-US" sz="800" smtClean="0">
                <a:solidFill>
                  <a:prstClr val="black">
                    <a:lumMod val="50000"/>
                    <a:lumOff val="50000"/>
                  </a:prstClr>
                </a:solidFill>
                <a:cs typeface="Arial" panose="020B0604020202020204" pitchFamily="34" charset="0"/>
              </a:rPr>
              <a:t>‹#›</a:t>
            </a:fld>
            <a:endParaRPr lang="en-US" sz="800" dirty="0">
              <a:solidFill>
                <a:prstClr val="black">
                  <a:lumMod val="50000"/>
                  <a:lumOff val="50000"/>
                </a:prstClr>
              </a:solidFill>
              <a:cs typeface="Arial" panose="020B0604020202020204" pitchFamily="34" charset="0"/>
            </a:endParaRPr>
          </a:p>
        </p:txBody>
      </p:sp>
      <p:cxnSp>
        <p:nvCxnSpPr>
          <p:cNvPr id="8"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3283674"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9" name="Rectangle 27">
            <a:hlinkClick r:id="rId4"/>
            <a:extLst>
              <a:ext uri="{FF2B5EF4-FFF2-40B4-BE49-F238E27FC236}">
                <a16:creationId xmlns:a16="http://schemas.microsoft.com/office/drawing/2014/main" id="{F376ABD1-4930-42EB-9A73-9A9C7C6BF2D3}"/>
              </a:ext>
            </a:extLst>
          </p:cNvPr>
          <p:cNvSpPr/>
          <p:nvPr userDrawn="1"/>
        </p:nvSpPr>
        <p:spPr>
          <a:xfrm>
            <a:off x="407988" y="6555971"/>
            <a:ext cx="2829007" cy="219456"/>
          </a:xfrm>
          <a:prstGeom prst="rect">
            <a:avLst/>
          </a:prstGeom>
        </p:spPr>
        <p:txBody>
          <a:bodyPr wrap="square" lIns="0" tIns="0" rIns="0" bIns="0" anchor="ctr" anchorCtr="0">
            <a:noAutofit/>
          </a:bodyPr>
          <a:lstStyle/>
          <a:p>
            <a:pPr lvl="0" algn="l" defTabSz="914400">
              <a:lnSpc>
                <a:spcPct val="85000"/>
              </a:lnSpc>
              <a:defRPr/>
            </a:pPr>
            <a:r>
              <a:rPr lang="en-US" sz="800" kern="0" dirty="0">
                <a:solidFill>
                  <a:srgbClr val="00458D"/>
                </a:solidFill>
                <a:latin typeface="+mj-lt"/>
                <a:cs typeface="Arial" panose="020B0604020202020204" pitchFamily="34" charset="0"/>
              </a:rPr>
              <a:t>Presentation Title | Author | Date</a:t>
            </a:r>
          </a:p>
        </p:txBody>
      </p:sp>
      <p:sp>
        <p:nvSpPr>
          <p:cNvPr id="13" name="Retângulo 43">
            <a:extLst>
              <a:ext uri="{FF2B5EF4-FFF2-40B4-BE49-F238E27FC236}">
                <a16:creationId xmlns:a16="http://schemas.microsoft.com/office/drawing/2014/main" id="{834ADCB4-BFB1-450D-8F6D-64217F4CD92C}"/>
              </a:ext>
            </a:extLst>
          </p:cNvPr>
          <p:cNvSpPr/>
          <p:nvPr userDrawn="1"/>
        </p:nvSpPr>
        <p:spPr>
          <a:xfrm>
            <a:off x="3411379" y="6555758"/>
            <a:ext cx="2223686" cy="219456"/>
          </a:xfrm>
          <a:prstGeom prst="rect">
            <a:avLst/>
          </a:prstGeom>
        </p:spPr>
        <p:txBody>
          <a:bodyPr wrap="none" lIns="0" tIns="0" rIns="0" bIns="0" anchor="ctr">
            <a:noAutofit/>
          </a:bodyPr>
          <a:lstStyle/>
          <a:p>
            <a:pPr algn="l"/>
            <a:r>
              <a:rPr lang="en-US" sz="800" dirty="0">
                <a:solidFill>
                  <a:schemeClr val="bg2">
                    <a:lumMod val="50000"/>
                  </a:schemeClr>
                </a:solidFill>
                <a:cs typeface="Arial" panose="020B0604020202020204" pitchFamily="34" charset="0"/>
              </a:rPr>
              <a:t>© 2017 Capgemini. All rights reserved.</a:t>
            </a:r>
          </a:p>
        </p:txBody>
      </p:sp>
    </p:spTree>
    <p:extLst>
      <p:ext uri="{BB962C8B-B14F-4D97-AF65-F5344CB8AC3E}">
        <p14:creationId xmlns:p14="http://schemas.microsoft.com/office/powerpoint/2010/main" val="16633826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Image and Text 3">
    <p:spTree>
      <p:nvGrpSpPr>
        <p:cNvPr id="1" name=""/>
        <p:cNvGrpSpPr/>
        <p:nvPr/>
      </p:nvGrpSpPr>
      <p:grpSpPr>
        <a:xfrm>
          <a:off x="0" y="0"/>
          <a:ext cx="0" cy="0"/>
          <a:chOff x="0" y="0"/>
          <a:chExt cx="0" cy="0"/>
        </a:xfrm>
      </p:grpSpPr>
      <p:pic>
        <p:nvPicPr>
          <p:cNvPr id="15" name="Graphic 5">
            <a:extLst>
              <a:ext uri="{FF2B5EF4-FFF2-40B4-BE49-F238E27FC236}">
                <a16:creationId xmlns:a16="http://schemas.microsoft.com/office/drawing/2014/main" id="{A3E3F225-1B4B-4BB0-90A9-90BB2D36294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7450" t="17874" b="13048"/>
          <a:stretch/>
        </p:blipFill>
        <p:spPr>
          <a:xfrm>
            <a:off x="0" y="1"/>
            <a:ext cx="9464870" cy="6858000"/>
          </a:xfrm>
          <a:prstGeom prst="rect">
            <a:avLst/>
          </a:prstGeom>
        </p:spPr>
      </p:pic>
      <p:sp>
        <p:nvSpPr>
          <p:cNvPr id="10" name="Picture Placeholder 17">
            <a:extLst>
              <a:ext uri="{FF2B5EF4-FFF2-40B4-BE49-F238E27FC236}">
                <a16:creationId xmlns:a16="http://schemas.microsoft.com/office/drawing/2014/main" id="{218E0C47-FBAF-440E-A6A0-9D14AE6071F8}"/>
              </a:ext>
            </a:extLst>
          </p:cNvPr>
          <p:cNvSpPr>
            <a:spLocks noGrp="1"/>
          </p:cNvSpPr>
          <p:nvPr>
            <p:ph type="pic" sz="quarter" idx="10"/>
          </p:nvPr>
        </p:nvSpPr>
        <p:spPr>
          <a:xfrm>
            <a:off x="0" y="-1"/>
            <a:ext cx="12192000" cy="6857998"/>
          </a:xfrm>
          <a:prstGeom prst="rect">
            <a:avLst/>
          </a:prstGeom>
          <a:noFill/>
        </p:spPr>
        <p:txBody>
          <a:bodyPr anchor="ctr"/>
          <a:lstStyle>
            <a:lvl1pPr algn="ctr">
              <a:defRPr/>
            </a:lvl1pPr>
          </a:lstStyle>
          <a:p>
            <a:endParaRPr lang="pt-PT" dirty="0"/>
          </a:p>
        </p:txBody>
      </p:sp>
      <p:sp>
        <p:nvSpPr>
          <p:cNvPr id="11" name="Title Placeholder 1">
            <a:extLst>
              <a:ext uri="{FF2B5EF4-FFF2-40B4-BE49-F238E27FC236}">
                <a16:creationId xmlns:a16="http://schemas.microsoft.com/office/drawing/2014/main" id="{AC165F49-BCC1-4C3B-91C3-5D1BB415ABF1}"/>
              </a:ext>
            </a:extLst>
          </p:cNvPr>
          <p:cNvSpPr>
            <a:spLocks noGrp="1"/>
          </p:cNvSpPr>
          <p:nvPr>
            <p:ph type="title" hasCustomPrompt="1"/>
          </p:nvPr>
        </p:nvSpPr>
        <p:spPr>
          <a:xfrm>
            <a:off x="407988" y="649981"/>
            <a:ext cx="4319860" cy="1194843"/>
          </a:xfrm>
          <a:prstGeom prst="rect">
            <a:avLst/>
          </a:prstGeom>
        </p:spPr>
        <p:txBody>
          <a:bodyPr vert="horz" lIns="0" tIns="0" rIns="0" bIns="0" rtlCol="0" anchor="b">
            <a:normAutofit/>
          </a:bodyPr>
          <a:lstStyle>
            <a:lvl1pPr>
              <a:lnSpc>
                <a:spcPts val="3000"/>
              </a:lnSpc>
              <a:defRPr sz="2600">
                <a:solidFill>
                  <a:srgbClr val="12ABDB"/>
                </a:solidFill>
              </a:defRPr>
            </a:lvl1pPr>
          </a:lstStyle>
          <a:p>
            <a:r>
              <a:rPr lang="en-US" dirty="0"/>
              <a:t>Click to insert title</a:t>
            </a:r>
            <a:endParaRPr lang="pt-PT" dirty="0"/>
          </a:p>
        </p:txBody>
      </p:sp>
      <p:sp>
        <p:nvSpPr>
          <p:cNvPr id="12" name="Text Placeholder 7">
            <a:extLst>
              <a:ext uri="{FF2B5EF4-FFF2-40B4-BE49-F238E27FC236}">
                <a16:creationId xmlns:a16="http://schemas.microsoft.com/office/drawing/2014/main" id="{98BC8B91-D2A3-4F52-B4E2-1C3C1B691942}"/>
              </a:ext>
            </a:extLst>
          </p:cNvPr>
          <p:cNvSpPr>
            <a:spLocks noGrp="1"/>
          </p:cNvSpPr>
          <p:nvPr>
            <p:ph type="body" sz="quarter" idx="32" hasCustomPrompt="1"/>
          </p:nvPr>
        </p:nvSpPr>
        <p:spPr>
          <a:xfrm>
            <a:off x="407988" y="1988840"/>
            <a:ext cx="3709150" cy="1152127"/>
          </a:xfrm>
          <a:prstGeom prst="rect">
            <a:avLst/>
          </a:prstGeom>
        </p:spPr>
        <p:txBody>
          <a:bodyPr lIns="0" tIns="0" rIns="0" bIns="0">
            <a:noAutofit/>
          </a:bodyPr>
          <a:lstStyle>
            <a:lvl1pPr>
              <a:lnSpc>
                <a:spcPct val="100000"/>
              </a:lnSpc>
              <a:defRPr sz="180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dirty="0"/>
              <a:t>Click to insert text</a:t>
            </a:r>
          </a:p>
        </p:txBody>
      </p:sp>
      <p:sp>
        <p:nvSpPr>
          <p:cNvPr id="6" name="Retângulo 43">
            <a:extLst>
              <a:ext uri="{FF2B5EF4-FFF2-40B4-BE49-F238E27FC236}">
                <a16:creationId xmlns:a16="http://schemas.microsoft.com/office/drawing/2014/main" id="{25FC8637-25BD-4C09-AF25-56B4243DAB3D}"/>
              </a:ext>
            </a:extLst>
          </p:cNvPr>
          <p:cNvSpPr/>
          <p:nvPr userDrawn="1"/>
        </p:nvSpPr>
        <p:spPr>
          <a:xfrm>
            <a:off x="11784013" y="6555758"/>
            <a:ext cx="242375" cy="215444"/>
          </a:xfrm>
          <a:prstGeom prst="rect">
            <a:avLst/>
          </a:prstGeom>
        </p:spPr>
        <p:txBody>
          <a:bodyPr wrap="none">
            <a:spAutoFit/>
          </a:bodyPr>
          <a:lstStyle/>
          <a:p>
            <a:pPr algn="r"/>
            <a:fld id="{0502E5A9-B53C-401E-A0E0-4A359BB0A9E5}" type="slidenum">
              <a:rPr lang="en-US" sz="800" smtClean="0">
                <a:solidFill>
                  <a:prstClr val="black">
                    <a:lumMod val="50000"/>
                    <a:lumOff val="50000"/>
                  </a:prstClr>
                </a:solidFill>
                <a:cs typeface="Arial" panose="020B0604020202020204" pitchFamily="34" charset="0"/>
              </a:rPr>
              <a:t>‹#›</a:t>
            </a:fld>
            <a:endParaRPr lang="en-US" sz="800" dirty="0">
              <a:solidFill>
                <a:prstClr val="black">
                  <a:lumMod val="50000"/>
                  <a:lumOff val="50000"/>
                </a:prstClr>
              </a:solidFill>
              <a:cs typeface="Arial" panose="020B0604020202020204" pitchFamily="34" charset="0"/>
            </a:endParaRPr>
          </a:p>
        </p:txBody>
      </p:sp>
      <p:cxnSp>
        <p:nvCxnSpPr>
          <p:cNvPr id="8"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3283674"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9" name="Rectangle 27">
            <a:hlinkClick r:id="rId4"/>
            <a:extLst>
              <a:ext uri="{FF2B5EF4-FFF2-40B4-BE49-F238E27FC236}">
                <a16:creationId xmlns:a16="http://schemas.microsoft.com/office/drawing/2014/main" id="{F376ABD1-4930-42EB-9A73-9A9C7C6BF2D3}"/>
              </a:ext>
            </a:extLst>
          </p:cNvPr>
          <p:cNvSpPr/>
          <p:nvPr userDrawn="1"/>
        </p:nvSpPr>
        <p:spPr>
          <a:xfrm>
            <a:off x="407988" y="6555971"/>
            <a:ext cx="2829007" cy="219456"/>
          </a:xfrm>
          <a:prstGeom prst="rect">
            <a:avLst/>
          </a:prstGeom>
        </p:spPr>
        <p:txBody>
          <a:bodyPr wrap="square" lIns="0" tIns="0" rIns="0" bIns="0" anchor="ctr" anchorCtr="0">
            <a:noAutofit/>
          </a:bodyPr>
          <a:lstStyle/>
          <a:p>
            <a:pPr lvl="0" algn="l" defTabSz="914400">
              <a:lnSpc>
                <a:spcPct val="85000"/>
              </a:lnSpc>
              <a:defRPr/>
            </a:pPr>
            <a:r>
              <a:rPr lang="en-US" sz="800" kern="0" dirty="0">
                <a:solidFill>
                  <a:schemeClr val="bg1"/>
                </a:solidFill>
                <a:latin typeface="+mj-lt"/>
                <a:cs typeface="Arial" panose="020B0604020202020204" pitchFamily="34" charset="0"/>
              </a:rPr>
              <a:t>Presentation Title | Author | Date</a:t>
            </a:r>
          </a:p>
        </p:txBody>
      </p:sp>
      <p:sp>
        <p:nvSpPr>
          <p:cNvPr id="13" name="Retângulo 43">
            <a:extLst>
              <a:ext uri="{FF2B5EF4-FFF2-40B4-BE49-F238E27FC236}">
                <a16:creationId xmlns:a16="http://schemas.microsoft.com/office/drawing/2014/main" id="{834ADCB4-BFB1-450D-8F6D-64217F4CD92C}"/>
              </a:ext>
            </a:extLst>
          </p:cNvPr>
          <p:cNvSpPr/>
          <p:nvPr userDrawn="1"/>
        </p:nvSpPr>
        <p:spPr>
          <a:xfrm>
            <a:off x="3411379" y="6555758"/>
            <a:ext cx="2223686" cy="219456"/>
          </a:xfrm>
          <a:prstGeom prst="rect">
            <a:avLst/>
          </a:prstGeom>
        </p:spPr>
        <p:txBody>
          <a:bodyPr wrap="none" lIns="0" tIns="0" rIns="0" bIns="0" anchor="ctr">
            <a:noAutofit/>
          </a:bodyPr>
          <a:lstStyle/>
          <a:p>
            <a:pPr algn="l"/>
            <a:r>
              <a:rPr lang="en-US" sz="800" dirty="0">
                <a:solidFill>
                  <a:schemeClr val="bg2">
                    <a:lumMod val="50000"/>
                  </a:schemeClr>
                </a:solidFill>
                <a:cs typeface="Arial" panose="020B0604020202020204" pitchFamily="34" charset="0"/>
              </a:rPr>
              <a:t>© 2017 Capgemini. All rights reserved.</a:t>
            </a:r>
          </a:p>
        </p:txBody>
      </p:sp>
    </p:spTree>
    <p:extLst>
      <p:ext uri="{BB962C8B-B14F-4D97-AF65-F5344CB8AC3E}">
        <p14:creationId xmlns:p14="http://schemas.microsoft.com/office/powerpoint/2010/main" val="274628902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echnology Image">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5A5BCC8E-52FE-4AF2-85A3-02F305A6057A}"/>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0880" b="30671"/>
          <a:stretch/>
        </p:blipFill>
        <p:spPr>
          <a:xfrm flipH="1">
            <a:off x="3886200" y="812801"/>
            <a:ext cx="8305800" cy="6045199"/>
          </a:xfrm>
          <a:prstGeom prst="rect">
            <a:avLst/>
          </a:prstGeom>
        </p:spPr>
      </p:pic>
      <p:sp>
        <p:nvSpPr>
          <p:cNvPr id="8" name="Picture Placeholder 17">
            <a:extLst>
              <a:ext uri="{FF2B5EF4-FFF2-40B4-BE49-F238E27FC236}">
                <a16:creationId xmlns:a16="http://schemas.microsoft.com/office/drawing/2014/main" id="{EDC88BCB-F476-4BB6-A735-9D28ECF2EBD5}"/>
              </a:ext>
            </a:extLst>
          </p:cNvPr>
          <p:cNvSpPr>
            <a:spLocks noGrp="1"/>
          </p:cNvSpPr>
          <p:nvPr>
            <p:ph type="pic" sz="quarter" idx="10"/>
          </p:nvPr>
        </p:nvSpPr>
        <p:spPr>
          <a:xfrm>
            <a:off x="0" y="-1"/>
            <a:ext cx="7358743" cy="6857998"/>
          </a:xfrm>
          <a:prstGeom prst="rect">
            <a:avLst/>
          </a:prstGeom>
          <a:noFill/>
        </p:spPr>
        <p:txBody>
          <a:bodyPr anchor="ctr"/>
          <a:lstStyle>
            <a:lvl1pPr algn="ctr">
              <a:defRPr/>
            </a:lvl1pPr>
          </a:lstStyle>
          <a:p>
            <a:endParaRPr lang="pt-PT" dirty="0"/>
          </a:p>
        </p:txBody>
      </p:sp>
      <p:sp>
        <p:nvSpPr>
          <p:cNvPr id="9" name="Title Placeholder 1">
            <a:extLst>
              <a:ext uri="{FF2B5EF4-FFF2-40B4-BE49-F238E27FC236}">
                <a16:creationId xmlns:a16="http://schemas.microsoft.com/office/drawing/2014/main" id="{1EA78C13-ABAA-4BAC-9CD6-3FC2F2788217}"/>
              </a:ext>
            </a:extLst>
          </p:cNvPr>
          <p:cNvSpPr>
            <a:spLocks noGrp="1"/>
          </p:cNvSpPr>
          <p:nvPr>
            <p:ph type="title" hasCustomPrompt="1"/>
          </p:nvPr>
        </p:nvSpPr>
        <p:spPr>
          <a:xfrm>
            <a:off x="7641936" y="1917275"/>
            <a:ext cx="4142078" cy="1727749"/>
          </a:xfrm>
          <a:prstGeom prst="rect">
            <a:avLst/>
          </a:prstGeom>
        </p:spPr>
        <p:txBody>
          <a:bodyPr vert="horz" lIns="0" tIns="0" rIns="0" bIns="0" rtlCol="0" anchor="b">
            <a:normAutofit/>
          </a:bodyPr>
          <a:lstStyle>
            <a:lvl1pPr algn="r">
              <a:lnSpc>
                <a:spcPts val="3000"/>
              </a:lnSpc>
              <a:defRPr sz="2600">
                <a:solidFill>
                  <a:srgbClr val="95E616"/>
                </a:solidFill>
              </a:defRPr>
            </a:lvl1pPr>
          </a:lstStyle>
          <a:p>
            <a:r>
              <a:rPr lang="en-US" dirty="0"/>
              <a:t>Click to insert title</a:t>
            </a:r>
            <a:endParaRPr lang="pt-PT" dirty="0"/>
          </a:p>
        </p:txBody>
      </p:sp>
      <p:sp>
        <p:nvSpPr>
          <p:cNvPr id="10" name="Text Placeholder 7">
            <a:extLst>
              <a:ext uri="{FF2B5EF4-FFF2-40B4-BE49-F238E27FC236}">
                <a16:creationId xmlns:a16="http://schemas.microsoft.com/office/drawing/2014/main" id="{235AC200-82C6-49D0-B50C-8C2A4A3A2B93}"/>
              </a:ext>
            </a:extLst>
          </p:cNvPr>
          <p:cNvSpPr>
            <a:spLocks noGrp="1"/>
          </p:cNvSpPr>
          <p:nvPr>
            <p:ph type="body" sz="quarter" idx="32" hasCustomPrompt="1"/>
          </p:nvPr>
        </p:nvSpPr>
        <p:spPr>
          <a:xfrm>
            <a:off x="7631886" y="3762625"/>
            <a:ext cx="4152128" cy="2186655"/>
          </a:xfrm>
          <a:prstGeom prst="rect">
            <a:avLst/>
          </a:prstGeom>
        </p:spPr>
        <p:txBody>
          <a:bodyPr lIns="0" tIns="0" rIns="0" bIns="0">
            <a:noAutofit/>
          </a:bodyPr>
          <a:lstStyle>
            <a:lvl1pPr algn="r">
              <a:lnSpc>
                <a:spcPct val="100000"/>
              </a:lnSpc>
              <a:defRPr sz="180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dirty="0"/>
              <a:t>Click to insert text</a:t>
            </a:r>
          </a:p>
        </p:txBody>
      </p:sp>
      <p:sp>
        <p:nvSpPr>
          <p:cNvPr id="11" name="Retângulo 43">
            <a:extLst>
              <a:ext uri="{FF2B5EF4-FFF2-40B4-BE49-F238E27FC236}">
                <a16:creationId xmlns:a16="http://schemas.microsoft.com/office/drawing/2014/main" id="{25FC8637-25BD-4C09-AF25-56B4243DAB3D}"/>
              </a:ext>
            </a:extLst>
          </p:cNvPr>
          <p:cNvSpPr/>
          <p:nvPr userDrawn="1"/>
        </p:nvSpPr>
        <p:spPr>
          <a:xfrm>
            <a:off x="11784013" y="6555758"/>
            <a:ext cx="242375" cy="215444"/>
          </a:xfrm>
          <a:prstGeom prst="rect">
            <a:avLst/>
          </a:prstGeom>
        </p:spPr>
        <p:txBody>
          <a:bodyPr wrap="none">
            <a:spAutoFit/>
          </a:bodyPr>
          <a:lstStyle/>
          <a:p>
            <a:pPr algn="r"/>
            <a:fld id="{0502E5A9-B53C-401E-A0E0-4A359BB0A9E5}" type="slidenum">
              <a:rPr lang="en-US" sz="800" smtClean="0">
                <a:solidFill>
                  <a:prstClr val="black">
                    <a:lumMod val="50000"/>
                    <a:lumOff val="50000"/>
                  </a:prstClr>
                </a:solidFill>
                <a:cs typeface="Arial" panose="020B0604020202020204" pitchFamily="34" charset="0"/>
              </a:rPr>
              <a:t>‹#›</a:t>
            </a:fld>
            <a:endParaRPr lang="en-US" sz="800" dirty="0">
              <a:solidFill>
                <a:prstClr val="black">
                  <a:lumMod val="50000"/>
                  <a:lumOff val="50000"/>
                </a:prstClr>
              </a:solidFill>
              <a:cs typeface="Arial" panose="020B0604020202020204" pitchFamily="34" charset="0"/>
            </a:endParaRPr>
          </a:p>
        </p:txBody>
      </p:sp>
      <p:sp>
        <p:nvSpPr>
          <p:cNvPr id="14" name="Retângulo 43">
            <a:extLst>
              <a:ext uri="{FF2B5EF4-FFF2-40B4-BE49-F238E27FC236}">
                <a16:creationId xmlns:a16="http://schemas.microsoft.com/office/drawing/2014/main" id="{834ADCB4-BFB1-450D-8F6D-64217F4CD92C}"/>
              </a:ext>
            </a:extLst>
          </p:cNvPr>
          <p:cNvSpPr/>
          <p:nvPr userDrawn="1"/>
        </p:nvSpPr>
        <p:spPr>
          <a:xfrm>
            <a:off x="7960190" y="6555758"/>
            <a:ext cx="2223686" cy="219456"/>
          </a:xfrm>
          <a:prstGeom prst="rect">
            <a:avLst/>
          </a:prstGeom>
        </p:spPr>
        <p:txBody>
          <a:bodyPr wrap="none" lIns="0" tIns="0" rIns="0" bIns="0" anchor="ctr">
            <a:noAutofit/>
          </a:bodyPr>
          <a:lstStyle/>
          <a:p>
            <a:pPr algn="l"/>
            <a:r>
              <a:rPr lang="en-US" sz="800" dirty="0">
                <a:solidFill>
                  <a:schemeClr val="bg1"/>
                </a:solidFill>
                <a:cs typeface="Arial" panose="020B0604020202020204" pitchFamily="34" charset="0"/>
              </a:rPr>
              <a:t>© 2017 Capgemini. All rights reserved.</a:t>
            </a:r>
          </a:p>
        </p:txBody>
      </p:sp>
    </p:spTree>
    <p:extLst>
      <p:ext uri="{BB962C8B-B14F-4D97-AF65-F5344CB8AC3E}">
        <p14:creationId xmlns:p14="http://schemas.microsoft.com/office/powerpoint/2010/main" val="148265853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Image and highlights (two-color)">
    <p:spTree>
      <p:nvGrpSpPr>
        <p:cNvPr id="1" name=""/>
        <p:cNvGrpSpPr/>
        <p:nvPr/>
      </p:nvGrpSpPr>
      <p:grpSpPr>
        <a:xfrm>
          <a:off x="0" y="0"/>
          <a:ext cx="0" cy="0"/>
          <a:chOff x="0" y="0"/>
          <a:chExt cx="0" cy="0"/>
        </a:xfrm>
      </p:grpSpPr>
      <p:sp>
        <p:nvSpPr>
          <p:cNvPr id="10" name="Picture Placeholder 17">
            <a:extLst>
              <a:ext uri="{FF2B5EF4-FFF2-40B4-BE49-F238E27FC236}">
                <a16:creationId xmlns:a16="http://schemas.microsoft.com/office/drawing/2014/main" id="{A11CE6B2-56EB-4C86-B1D0-B791937A346D}"/>
              </a:ext>
            </a:extLst>
          </p:cNvPr>
          <p:cNvSpPr>
            <a:spLocks noGrp="1"/>
          </p:cNvSpPr>
          <p:nvPr>
            <p:ph type="pic" sz="quarter" idx="10"/>
          </p:nvPr>
        </p:nvSpPr>
        <p:spPr>
          <a:xfrm>
            <a:off x="4833257" y="-1"/>
            <a:ext cx="7358743" cy="6857998"/>
          </a:xfrm>
          <a:prstGeom prst="rect">
            <a:avLst/>
          </a:prstGeom>
          <a:noFill/>
        </p:spPr>
        <p:txBody>
          <a:bodyPr anchor="ctr"/>
          <a:lstStyle>
            <a:lvl1pPr algn="ctr">
              <a:defRPr/>
            </a:lvl1pPr>
          </a:lstStyle>
          <a:p>
            <a:endParaRPr lang="pt-PT" dirty="0"/>
          </a:p>
        </p:txBody>
      </p:sp>
      <p:sp>
        <p:nvSpPr>
          <p:cNvPr id="8" name="Title Placeholder 1">
            <a:extLst>
              <a:ext uri="{FF2B5EF4-FFF2-40B4-BE49-F238E27FC236}">
                <a16:creationId xmlns:a16="http://schemas.microsoft.com/office/drawing/2014/main" id="{111A5EED-2BC2-465F-9194-B07443C0A9F3}"/>
              </a:ext>
            </a:extLst>
          </p:cNvPr>
          <p:cNvSpPr>
            <a:spLocks noGrp="1"/>
          </p:cNvSpPr>
          <p:nvPr>
            <p:ph type="title" hasCustomPrompt="1"/>
          </p:nvPr>
        </p:nvSpPr>
        <p:spPr>
          <a:xfrm>
            <a:off x="939799" y="707444"/>
            <a:ext cx="2895436" cy="1830078"/>
          </a:xfrm>
          <a:prstGeom prst="rect">
            <a:avLst/>
          </a:prstGeom>
        </p:spPr>
        <p:txBody>
          <a:bodyPr vert="horz" lIns="91440" tIns="45720" rIns="91440" bIns="45720" rtlCol="0" anchor="b">
            <a:normAutofit/>
          </a:bodyPr>
          <a:lstStyle>
            <a:lvl1pPr algn="l">
              <a:defRPr sz="4800">
                <a:solidFill>
                  <a:srgbClr val="95E616"/>
                </a:solidFill>
              </a:defRPr>
            </a:lvl1pPr>
          </a:lstStyle>
          <a:p>
            <a:r>
              <a:rPr lang="en-US" dirty="0"/>
              <a:t>Click to add title</a:t>
            </a:r>
            <a:endParaRPr lang="pt-PT" dirty="0"/>
          </a:p>
        </p:txBody>
      </p:sp>
      <p:sp>
        <p:nvSpPr>
          <p:cNvPr id="9" name="Text Placeholder 7">
            <a:extLst>
              <a:ext uri="{FF2B5EF4-FFF2-40B4-BE49-F238E27FC236}">
                <a16:creationId xmlns:a16="http://schemas.microsoft.com/office/drawing/2014/main" id="{D4BFADA0-A20F-45DD-B818-E0C58FC73DCB}"/>
              </a:ext>
            </a:extLst>
          </p:cNvPr>
          <p:cNvSpPr>
            <a:spLocks noGrp="1"/>
          </p:cNvSpPr>
          <p:nvPr>
            <p:ph type="body" sz="quarter" idx="32" hasCustomPrompt="1"/>
          </p:nvPr>
        </p:nvSpPr>
        <p:spPr>
          <a:xfrm>
            <a:off x="939799" y="2564904"/>
            <a:ext cx="2895435" cy="3589775"/>
          </a:xfrm>
          <a:prstGeom prst="rect">
            <a:avLst/>
          </a:prstGeom>
        </p:spPr>
        <p:txBody>
          <a:bodyPr>
            <a:noAutofit/>
          </a:bodyPr>
          <a:lstStyle>
            <a:lvl1pPr algn="l">
              <a:lnSpc>
                <a:spcPct val="100000"/>
              </a:lnSpc>
              <a:defRPr sz="180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dirty="0"/>
              <a:t>Click to insert text</a:t>
            </a:r>
          </a:p>
        </p:txBody>
      </p:sp>
      <p:sp>
        <p:nvSpPr>
          <p:cNvPr id="5" name="Rectangle 4">
            <a:extLst>
              <a:ext uri="{FF2B5EF4-FFF2-40B4-BE49-F238E27FC236}">
                <a16:creationId xmlns:a16="http://schemas.microsoft.com/office/drawing/2014/main" id="{0B9B7D6C-D884-4362-AF1D-3A8B442DE315}"/>
              </a:ext>
            </a:extLst>
          </p:cNvPr>
          <p:cNvSpPr/>
          <p:nvPr userDrawn="1"/>
        </p:nvSpPr>
        <p:spPr>
          <a:xfrm>
            <a:off x="0" y="0"/>
            <a:ext cx="3067050" cy="6858000"/>
          </a:xfrm>
          <a:prstGeom prst="rect">
            <a:avLst/>
          </a:prstGeom>
          <a:solidFill>
            <a:srgbClr val="12AB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grpSp>
        <p:nvGrpSpPr>
          <p:cNvPr id="6" name="Group 5">
            <a:extLst>
              <a:ext uri="{FF2B5EF4-FFF2-40B4-BE49-F238E27FC236}">
                <a16:creationId xmlns:a16="http://schemas.microsoft.com/office/drawing/2014/main" id="{91BF642E-618C-4DD9-AF43-29DF366CC373}"/>
              </a:ext>
            </a:extLst>
          </p:cNvPr>
          <p:cNvGrpSpPr/>
          <p:nvPr userDrawn="1"/>
        </p:nvGrpSpPr>
        <p:grpSpPr>
          <a:xfrm flipH="1">
            <a:off x="-2" y="-1828800"/>
            <a:ext cx="7510780" cy="10800950"/>
            <a:chOff x="4503427" y="-841109"/>
            <a:chExt cx="6774184" cy="9741675"/>
          </a:xfrm>
        </p:grpSpPr>
        <p:sp>
          <p:nvSpPr>
            <p:cNvPr id="7" name="Rectangle 6">
              <a:extLst>
                <a:ext uri="{FF2B5EF4-FFF2-40B4-BE49-F238E27FC236}">
                  <a16:creationId xmlns:a16="http://schemas.microsoft.com/office/drawing/2014/main" id="{05F159C5-9D2B-4D41-B049-265FEAC7A16A}"/>
                </a:ext>
              </a:extLst>
            </p:cNvPr>
            <p:cNvSpPr/>
            <p:nvPr/>
          </p:nvSpPr>
          <p:spPr>
            <a:xfrm>
              <a:off x="10312400" y="5969000"/>
              <a:ext cx="533400" cy="8001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grpSp>
          <p:nvGrpSpPr>
            <p:cNvPr id="11" name="Group 10">
              <a:extLst>
                <a:ext uri="{FF2B5EF4-FFF2-40B4-BE49-F238E27FC236}">
                  <a16:creationId xmlns:a16="http://schemas.microsoft.com/office/drawing/2014/main" id="{A7CCBDA4-ECAE-40B4-AFC3-26E23560D77A}"/>
                </a:ext>
              </a:extLst>
            </p:cNvPr>
            <p:cNvGrpSpPr/>
            <p:nvPr/>
          </p:nvGrpSpPr>
          <p:grpSpPr>
            <a:xfrm>
              <a:off x="4503427" y="-841109"/>
              <a:ext cx="6774184" cy="9741675"/>
              <a:chOff x="6466897" y="122642"/>
              <a:chExt cx="5044220" cy="7253890"/>
            </a:xfrm>
          </p:grpSpPr>
          <p:pic>
            <p:nvPicPr>
              <p:cNvPr id="12" name="Graphic 11">
                <a:extLst>
                  <a:ext uri="{FF2B5EF4-FFF2-40B4-BE49-F238E27FC236}">
                    <a16:creationId xmlns:a16="http://schemas.microsoft.com/office/drawing/2014/main" id="{7CE27168-F6DA-4810-BB03-F13300055E35}"/>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24648" t="31387" r="33798" b="8441"/>
              <a:stretch/>
            </p:blipFill>
            <p:spPr>
              <a:xfrm>
                <a:off x="7684232" y="122642"/>
                <a:ext cx="3826885" cy="6735359"/>
              </a:xfrm>
              <a:prstGeom prst="rect">
                <a:avLst/>
              </a:prstGeom>
            </p:spPr>
          </p:pic>
          <p:pic>
            <p:nvPicPr>
              <p:cNvPr id="13" name="Graphic 12">
                <a:extLst>
                  <a:ext uri="{FF2B5EF4-FFF2-40B4-BE49-F238E27FC236}">
                    <a16:creationId xmlns:a16="http://schemas.microsoft.com/office/drawing/2014/main" id="{B2FD07E9-FD44-4F4D-B48A-CB2D72E628F2}"/>
                  </a:ext>
                </a:extLst>
              </p:cNvPr>
              <p:cNvPicPr>
                <a:picLocks noChangeAspect="1"/>
              </p:cNvPicPr>
              <p:nvPr/>
            </p:nvPicPr>
            <p:blipFill rotWithShape="1">
              <a:blip r:embed="rId4">
                <a:extLst>
                  <a:ext uri="{96DAC541-7B7A-43D3-8B79-37D633B846F1}">
                    <asvg:svgBlip xmlns:asvg="http://schemas.microsoft.com/office/drawing/2016/SVG/main" r:embed="rId5"/>
                  </a:ext>
                </a:extLst>
              </a:blip>
              <a:srcRect l="23644" t="23056" r="6670" b="9419"/>
              <a:stretch/>
            </p:blipFill>
            <p:spPr>
              <a:xfrm>
                <a:off x="6466897" y="900452"/>
                <a:ext cx="5044218" cy="6476080"/>
              </a:xfrm>
              <a:prstGeom prst="rect">
                <a:avLst/>
              </a:prstGeom>
            </p:spPr>
          </p:pic>
        </p:grpSp>
      </p:grpSp>
      <p:sp>
        <p:nvSpPr>
          <p:cNvPr id="14" name="Retângulo 43">
            <a:extLst>
              <a:ext uri="{FF2B5EF4-FFF2-40B4-BE49-F238E27FC236}">
                <a16:creationId xmlns:a16="http://schemas.microsoft.com/office/drawing/2014/main" id="{25FC8637-25BD-4C09-AF25-56B4243DAB3D}"/>
              </a:ext>
            </a:extLst>
          </p:cNvPr>
          <p:cNvSpPr/>
          <p:nvPr userDrawn="1"/>
        </p:nvSpPr>
        <p:spPr>
          <a:xfrm>
            <a:off x="11784013" y="6555758"/>
            <a:ext cx="242375" cy="215444"/>
          </a:xfrm>
          <a:prstGeom prst="rect">
            <a:avLst/>
          </a:prstGeom>
        </p:spPr>
        <p:txBody>
          <a:bodyPr wrap="none">
            <a:spAutoFit/>
          </a:bodyPr>
          <a:lstStyle/>
          <a:p>
            <a:pPr algn="r"/>
            <a:fld id="{0502E5A9-B53C-401E-A0E0-4A359BB0A9E5}" type="slidenum">
              <a:rPr lang="en-US" sz="800" smtClean="0">
                <a:solidFill>
                  <a:prstClr val="black">
                    <a:lumMod val="50000"/>
                    <a:lumOff val="50000"/>
                  </a:prstClr>
                </a:solidFill>
                <a:cs typeface="Arial" panose="020B0604020202020204" pitchFamily="34" charset="0"/>
              </a:rPr>
              <a:t>‹#›</a:t>
            </a:fld>
            <a:endParaRPr lang="en-US" sz="800" dirty="0">
              <a:solidFill>
                <a:prstClr val="black">
                  <a:lumMod val="50000"/>
                  <a:lumOff val="50000"/>
                </a:prstClr>
              </a:solidFill>
              <a:cs typeface="Arial" panose="020B0604020202020204" pitchFamily="34" charset="0"/>
            </a:endParaRPr>
          </a:p>
        </p:txBody>
      </p:sp>
      <p:cxnSp>
        <p:nvCxnSpPr>
          <p:cNvPr id="15"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3283674"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16" name="Rectangle 27">
            <a:hlinkClick r:id="rId6"/>
            <a:extLst>
              <a:ext uri="{FF2B5EF4-FFF2-40B4-BE49-F238E27FC236}">
                <a16:creationId xmlns:a16="http://schemas.microsoft.com/office/drawing/2014/main" id="{F376ABD1-4930-42EB-9A73-9A9C7C6BF2D3}"/>
              </a:ext>
            </a:extLst>
          </p:cNvPr>
          <p:cNvSpPr/>
          <p:nvPr userDrawn="1"/>
        </p:nvSpPr>
        <p:spPr>
          <a:xfrm>
            <a:off x="407988" y="6555971"/>
            <a:ext cx="2829007" cy="219456"/>
          </a:xfrm>
          <a:prstGeom prst="rect">
            <a:avLst/>
          </a:prstGeom>
        </p:spPr>
        <p:txBody>
          <a:bodyPr wrap="square" lIns="0" tIns="0" rIns="0" bIns="0" anchor="ctr" anchorCtr="0">
            <a:noAutofit/>
          </a:bodyPr>
          <a:lstStyle/>
          <a:p>
            <a:pPr lvl="0" algn="l" defTabSz="914400">
              <a:lnSpc>
                <a:spcPct val="85000"/>
              </a:lnSpc>
              <a:defRPr/>
            </a:pPr>
            <a:r>
              <a:rPr lang="en-US" sz="800" kern="0" dirty="0">
                <a:solidFill>
                  <a:schemeClr val="bg1"/>
                </a:solidFill>
                <a:latin typeface="+mj-lt"/>
                <a:cs typeface="Arial" panose="020B0604020202020204" pitchFamily="34" charset="0"/>
              </a:rPr>
              <a:t>Presentation Title | Author | Date</a:t>
            </a:r>
          </a:p>
        </p:txBody>
      </p:sp>
      <p:sp>
        <p:nvSpPr>
          <p:cNvPr id="17" name="Retângulo 43">
            <a:extLst>
              <a:ext uri="{FF2B5EF4-FFF2-40B4-BE49-F238E27FC236}">
                <a16:creationId xmlns:a16="http://schemas.microsoft.com/office/drawing/2014/main" id="{834ADCB4-BFB1-450D-8F6D-64217F4CD92C}"/>
              </a:ext>
            </a:extLst>
          </p:cNvPr>
          <p:cNvSpPr/>
          <p:nvPr userDrawn="1"/>
        </p:nvSpPr>
        <p:spPr>
          <a:xfrm>
            <a:off x="3411379" y="6555758"/>
            <a:ext cx="2223686" cy="219456"/>
          </a:xfrm>
          <a:prstGeom prst="rect">
            <a:avLst/>
          </a:prstGeom>
        </p:spPr>
        <p:txBody>
          <a:bodyPr wrap="none" lIns="0" tIns="0" rIns="0" bIns="0" anchor="ctr">
            <a:noAutofit/>
          </a:bodyPr>
          <a:lstStyle/>
          <a:p>
            <a:pPr algn="l"/>
            <a:r>
              <a:rPr lang="en-US" sz="800" dirty="0">
                <a:solidFill>
                  <a:schemeClr val="bg1"/>
                </a:solidFill>
                <a:cs typeface="Arial" panose="020B0604020202020204" pitchFamily="34" charset="0"/>
              </a:rPr>
              <a:t>© 2017 Capgemini. All rights reserved.</a:t>
            </a:r>
          </a:p>
        </p:txBody>
      </p:sp>
    </p:spTree>
    <p:extLst>
      <p:ext uri="{BB962C8B-B14F-4D97-AF65-F5344CB8AC3E}">
        <p14:creationId xmlns:p14="http://schemas.microsoft.com/office/powerpoint/2010/main" val="184856490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Bullets and image">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8567D75B-5423-48DB-8633-03391840D13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400800" y="0"/>
            <a:ext cx="5791199" cy="5902959"/>
          </a:xfrm>
          <a:prstGeom prst="rect">
            <a:avLst/>
          </a:prstGeom>
        </p:spPr>
      </p:pic>
      <p:sp>
        <p:nvSpPr>
          <p:cNvPr id="9" name="Picture Placeholder 17">
            <a:extLst>
              <a:ext uri="{FF2B5EF4-FFF2-40B4-BE49-F238E27FC236}">
                <a16:creationId xmlns:a16="http://schemas.microsoft.com/office/drawing/2014/main" id="{367AB1B6-26E9-4FAE-989E-AB1A5DFB1961}"/>
              </a:ext>
            </a:extLst>
          </p:cNvPr>
          <p:cNvSpPr>
            <a:spLocks noGrp="1"/>
          </p:cNvSpPr>
          <p:nvPr>
            <p:ph type="pic" sz="quarter" idx="10"/>
          </p:nvPr>
        </p:nvSpPr>
        <p:spPr>
          <a:xfrm>
            <a:off x="6284686" y="-1"/>
            <a:ext cx="5907313" cy="6857998"/>
          </a:xfrm>
          <a:prstGeom prst="rect">
            <a:avLst/>
          </a:prstGeom>
          <a:noFill/>
        </p:spPr>
        <p:txBody>
          <a:bodyPr anchor="ctr"/>
          <a:lstStyle>
            <a:lvl1pPr algn="ctr">
              <a:defRPr/>
            </a:lvl1pPr>
          </a:lstStyle>
          <a:p>
            <a:endParaRPr lang="pt-PT" dirty="0"/>
          </a:p>
        </p:txBody>
      </p:sp>
      <p:sp>
        <p:nvSpPr>
          <p:cNvPr id="8"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407988" y="404813"/>
            <a:ext cx="11016604" cy="863600"/>
          </a:xfrm>
          <a:prstGeom prst="rect">
            <a:avLst/>
          </a:prstGeom>
        </p:spPr>
        <p:txBody>
          <a:bodyPr vert="horz" lIns="0" tIns="0" rIns="0" bIns="0" rtlCol="0" anchor="t">
            <a:normAutofit/>
          </a:bodyPr>
          <a:lstStyle>
            <a:lvl1pPr>
              <a:defRPr lang="pt-PT" dirty="0"/>
            </a:lvl1pPr>
          </a:lstStyle>
          <a:p>
            <a:pPr lvl="0">
              <a:lnSpc>
                <a:spcPts val="3000"/>
              </a:lnSpc>
            </a:pPr>
            <a:r>
              <a:rPr lang="en-US" dirty="0"/>
              <a:t>Click to add title</a:t>
            </a:r>
            <a:endParaRPr lang="pt-PT" dirty="0"/>
          </a:p>
        </p:txBody>
      </p:sp>
      <p:sp>
        <p:nvSpPr>
          <p:cNvPr id="14" name="Text Placeholder 7">
            <a:extLst>
              <a:ext uri="{FF2B5EF4-FFF2-40B4-BE49-F238E27FC236}">
                <a16:creationId xmlns:a16="http://schemas.microsoft.com/office/drawing/2014/main" id="{9228FC83-C11D-47F2-8BDE-B10D125E5E87}"/>
              </a:ext>
            </a:extLst>
          </p:cNvPr>
          <p:cNvSpPr>
            <a:spLocks noGrp="1"/>
          </p:cNvSpPr>
          <p:nvPr>
            <p:ph type="body" sz="quarter" idx="35" hasCustomPrompt="1"/>
          </p:nvPr>
        </p:nvSpPr>
        <p:spPr>
          <a:xfrm>
            <a:off x="417591" y="1430234"/>
            <a:ext cx="5678409" cy="1368152"/>
          </a:xfrm>
          <a:prstGeom prst="rect">
            <a:avLst/>
          </a:prstGeom>
        </p:spPr>
        <p:txBody>
          <a:bodyPr>
            <a:noAutofit/>
          </a:bodyPr>
          <a:lstStyle>
            <a:lvl1pPr>
              <a:lnSpc>
                <a:spcPts val="2200"/>
              </a:lnSpc>
              <a:defRPr sz="1800">
                <a:solidFill>
                  <a:schemeClr val="tx1"/>
                </a:solidFill>
              </a:defRPr>
            </a:lvl1pPr>
            <a:lvl2pPr marL="231775" indent="-227013">
              <a:lnSpc>
                <a:spcPts val="1800"/>
              </a:lnSpc>
              <a:defRPr sz="1600">
                <a:solidFill>
                  <a:schemeClr val="tx1"/>
                </a:solidFill>
              </a:defRPr>
            </a:lvl2pPr>
            <a:lvl3pPr marL="463550" indent="-231775">
              <a:lnSpc>
                <a:spcPts val="1600"/>
              </a:lnSpc>
              <a:defRPr sz="1400">
                <a:solidFill>
                  <a:schemeClr val="tx1"/>
                </a:solidFill>
              </a:defRPr>
            </a:lvl3pPr>
            <a:lvl4pPr marL="682625" indent="-219075">
              <a:lnSpc>
                <a:spcPts val="1400"/>
              </a:lnSpc>
              <a:defRPr sz="1200">
                <a:solidFill>
                  <a:schemeClr val="tx1"/>
                </a:solidFill>
              </a:defRPr>
            </a:lvl4pPr>
            <a:lvl5pPr>
              <a:lnSpc>
                <a:spcPct val="100000"/>
              </a:lnSpc>
              <a:defRPr sz="1200">
                <a:solidFill>
                  <a:schemeClr val="tx1"/>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
        <p:nvSpPr>
          <p:cNvPr id="17" name="Text Placeholder 7">
            <a:extLst>
              <a:ext uri="{FF2B5EF4-FFF2-40B4-BE49-F238E27FC236}">
                <a16:creationId xmlns:a16="http://schemas.microsoft.com/office/drawing/2014/main" id="{9228FC83-C11D-47F2-8BDE-B10D125E5E87}"/>
              </a:ext>
            </a:extLst>
          </p:cNvPr>
          <p:cNvSpPr>
            <a:spLocks noGrp="1"/>
          </p:cNvSpPr>
          <p:nvPr>
            <p:ph type="body" sz="quarter" idx="36" hasCustomPrompt="1"/>
          </p:nvPr>
        </p:nvSpPr>
        <p:spPr>
          <a:xfrm>
            <a:off x="417591" y="3253616"/>
            <a:ext cx="5678409" cy="1368152"/>
          </a:xfrm>
          <a:prstGeom prst="rect">
            <a:avLst/>
          </a:prstGeom>
        </p:spPr>
        <p:txBody>
          <a:bodyPr>
            <a:noAutofit/>
          </a:bodyPr>
          <a:lstStyle>
            <a:lvl1pPr>
              <a:lnSpc>
                <a:spcPts val="2200"/>
              </a:lnSpc>
              <a:defRPr sz="1800">
                <a:solidFill>
                  <a:schemeClr val="tx1"/>
                </a:solidFill>
              </a:defRPr>
            </a:lvl1pPr>
            <a:lvl2pPr marL="231775" indent="-227013">
              <a:lnSpc>
                <a:spcPts val="1800"/>
              </a:lnSpc>
              <a:defRPr sz="1600">
                <a:solidFill>
                  <a:schemeClr val="tx1"/>
                </a:solidFill>
              </a:defRPr>
            </a:lvl2pPr>
            <a:lvl3pPr marL="463550" indent="-231775">
              <a:lnSpc>
                <a:spcPts val="1600"/>
              </a:lnSpc>
              <a:defRPr sz="1400">
                <a:solidFill>
                  <a:schemeClr val="tx1"/>
                </a:solidFill>
              </a:defRPr>
            </a:lvl3pPr>
            <a:lvl4pPr marL="682625" indent="-219075">
              <a:lnSpc>
                <a:spcPts val="1400"/>
              </a:lnSpc>
              <a:defRPr sz="1200">
                <a:solidFill>
                  <a:schemeClr val="tx1"/>
                </a:solidFill>
              </a:defRPr>
            </a:lvl4pPr>
            <a:lvl5pPr>
              <a:lnSpc>
                <a:spcPct val="100000"/>
              </a:lnSpc>
              <a:defRPr sz="1200">
                <a:solidFill>
                  <a:schemeClr val="tx1"/>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
        <p:nvSpPr>
          <p:cNvPr id="18" name="Text Placeholder 7">
            <a:extLst>
              <a:ext uri="{FF2B5EF4-FFF2-40B4-BE49-F238E27FC236}">
                <a16:creationId xmlns:a16="http://schemas.microsoft.com/office/drawing/2014/main" id="{9228FC83-C11D-47F2-8BDE-B10D125E5E87}"/>
              </a:ext>
            </a:extLst>
          </p:cNvPr>
          <p:cNvSpPr>
            <a:spLocks noGrp="1"/>
          </p:cNvSpPr>
          <p:nvPr>
            <p:ph type="body" sz="quarter" idx="37" hasCustomPrompt="1"/>
          </p:nvPr>
        </p:nvSpPr>
        <p:spPr>
          <a:xfrm>
            <a:off x="417591" y="5076998"/>
            <a:ext cx="5678409" cy="1368152"/>
          </a:xfrm>
          <a:prstGeom prst="rect">
            <a:avLst/>
          </a:prstGeom>
        </p:spPr>
        <p:txBody>
          <a:bodyPr>
            <a:noAutofit/>
          </a:bodyPr>
          <a:lstStyle>
            <a:lvl1pPr>
              <a:lnSpc>
                <a:spcPts val="2200"/>
              </a:lnSpc>
              <a:defRPr sz="1800">
                <a:solidFill>
                  <a:schemeClr val="tx1"/>
                </a:solidFill>
              </a:defRPr>
            </a:lvl1pPr>
            <a:lvl2pPr marL="231775" indent="-227013">
              <a:lnSpc>
                <a:spcPts val="1800"/>
              </a:lnSpc>
              <a:defRPr sz="1600">
                <a:solidFill>
                  <a:schemeClr val="tx1"/>
                </a:solidFill>
              </a:defRPr>
            </a:lvl2pPr>
            <a:lvl3pPr marL="463550" indent="-231775">
              <a:lnSpc>
                <a:spcPts val="1600"/>
              </a:lnSpc>
              <a:defRPr sz="1400">
                <a:solidFill>
                  <a:schemeClr val="tx1"/>
                </a:solidFill>
              </a:defRPr>
            </a:lvl3pPr>
            <a:lvl4pPr marL="682625" indent="-219075">
              <a:lnSpc>
                <a:spcPts val="1400"/>
              </a:lnSpc>
              <a:defRPr sz="1200">
                <a:solidFill>
                  <a:schemeClr val="tx1"/>
                </a:solidFill>
              </a:defRPr>
            </a:lvl4pPr>
            <a:lvl5pPr>
              <a:lnSpc>
                <a:spcPct val="100000"/>
              </a:lnSpc>
              <a:defRPr sz="1200">
                <a:solidFill>
                  <a:schemeClr val="tx1"/>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
        <p:nvSpPr>
          <p:cNvPr id="19" name="Retângulo 43">
            <a:extLst>
              <a:ext uri="{FF2B5EF4-FFF2-40B4-BE49-F238E27FC236}">
                <a16:creationId xmlns:a16="http://schemas.microsoft.com/office/drawing/2014/main" id="{25FC8637-25BD-4C09-AF25-56B4243DAB3D}"/>
              </a:ext>
            </a:extLst>
          </p:cNvPr>
          <p:cNvSpPr/>
          <p:nvPr userDrawn="1"/>
        </p:nvSpPr>
        <p:spPr>
          <a:xfrm>
            <a:off x="11784013" y="6555758"/>
            <a:ext cx="242375" cy="215444"/>
          </a:xfrm>
          <a:prstGeom prst="rect">
            <a:avLst/>
          </a:prstGeom>
        </p:spPr>
        <p:txBody>
          <a:bodyPr wrap="none">
            <a:spAutoFit/>
          </a:bodyPr>
          <a:lstStyle/>
          <a:p>
            <a:pPr algn="r"/>
            <a:fld id="{0502E5A9-B53C-401E-A0E0-4A359BB0A9E5}" type="slidenum">
              <a:rPr lang="en-US" sz="800" smtClean="0">
                <a:solidFill>
                  <a:prstClr val="black">
                    <a:lumMod val="50000"/>
                    <a:lumOff val="50000"/>
                  </a:prstClr>
                </a:solidFill>
                <a:cs typeface="Arial" panose="020B0604020202020204" pitchFamily="34" charset="0"/>
              </a:rPr>
              <a:t>‹#›</a:t>
            </a:fld>
            <a:endParaRPr lang="en-US" sz="800" dirty="0">
              <a:solidFill>
                <a:prstClr val="black">
                  <a:lumMod val="50000"/>
                  <a:lumOff val="50000"/>
                </a:prstClr>
              </a:solidFill>
              <a:cs typeface="Arial" panose="020B0604020202020204" pitchFamily="34" charset="0"/>
            </a:endParaRPr>
          </a:p>
        </p:txBody>
      </p:sp>
      <p:cxnSp>
        <p:nvCxnSpPr>
          <p:cNvPr id="20"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3283674"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21" name="Rectangle 27">
            <a:hlinkClick r:id="rId4"/>
            <a:extLst>
              <a:ext uri="{FF2B5EF4-FFF2-40B4-BE49-F238E27FC236}">
                <a16:creationId xmlns:a16="http://schemas.microsoft.com/office/drawing/2014/main" id="{F376ABD1-4930-42EB-9A73-9A9C7C6BF2D3}"/>
              </a:ext>
            </a:extLst>
          </p:cNvPr>
          <p:cNvSpPr/>
          <p:nvPr userDrawn="1"/>
        </p:nvSpPr>
        <p:spPr>
          <a:xfrm>
            <a:off x="407988" y="6555971"/>
            <a:ext cx="2829007" cy="219456"/>
          </a:xfrm>
          <a:prstGeom prst="rect">
            <a:avLst/>
          </a:prstGeom>
        </p:spPr>
        <p:txBody>
          <a:bodyPr wrap="square" lIns="0" tIns="0" rIns="0" bIns="0" anchor="ctr" anchorCtr="0">
            <a:noAutofit/>
          </a:bodyPr>
          <a:lstStyle/>
          <a:p>
            <a:pPr lvl="0" algn="l" defTabSz="914400">
              <a:lnSpc>
                <a:spcPct val="85000"/>
              </a:lnSpc>
              <a:defRPr/>
            </a:pPr>
            <a:r>
              <a:rPr lang="en-US" sz="800" kern="0" dirty="0">
                <a:solidFill>
                  <a:srgbClr val="00458D"/>
                </a:solidFill>
                <a:latin typeface="+mj-lt"/>
                <a:cs typeface="Arial" panose="020B0604020202020204" pitchFamily="34" charset="0"/>
              </a:rPr>
              <a:t>Presentation Title | Author | Date</a:t>
            </a:r>
          </a:p>
        </p:txBody>
      </p:sp>
      <p:sp>
        <p:nvSpPr>
          <p:cNvPr id="22" name="Retângulo 43">
            <a:extLst>
              <a:ext uri="{FF2B5EF4-FFF2-40B4-BE49-F238E27FC236}">
                <a16:creationId xmlns:a16="http://schemas.microsoft.com/office/drawing/2014/main" id="{834ADCB4-BFB1-450D-8F6D-64217F4CD92C}"/>
              </a:ext>
            </a:extLst>
          </p:cNvPr>
          <p:cNvSpPr/>
          <p:nvPr userDrawn="1"/>
        </p:nvSpPr>
        <p:spPr>
          <a:xfrm>
            <a:off x="3411379" y="6555758"/>
            <a:ext cx="2223686" cy="219456"/>
          </a:xfrm>
          <a:prstGeom prst="rect">
            <a:avLst/>
          </a:prstGeom>
        </p:spPr>
        <p:txBody>
          <a:bodyPr wrap="none" lIns="0" tIns="0" rIns="0" bIns="0" anchor="ctr">
            <a:noAutofit/>
          </a:bodyPr>
          <a:lstStyle/>
          <a:p>
            <a:pPr algn="l"/>
            <a:r>
              <a:rPr lang="en-US" sz="800" dirty="0">
                <a:solidFill>
                  <a:schemeClr val="bg2">
                    <a:lumMod val="50000"/>
                  </a:schemeClr>
                </a:solidFill>
                <a:cs typeface="Arial" panose="020B0604020202020204" pitchFamily="34" charset="0"/>
              </a:rPr>
              <a:t>© 2017 Capgemini. All rights reserved.</a:t>
            </a:r>
          </a:p>
        </p:txBody>
      </p:sp>
      <p:pic>
        <p:nvPicPr>
          <p:cNvPr id="23" name="Graphic 4">
            <a:extLst>
              <a:ext uri="{FF2B5EF4-FFF2-40B4-BE49-F238E27FC236}">
                <a16:creationId xmlns:a16="http://schemas.microsoft.com/office/drawing/2014/main" id="{25EEA1D4-3AF7-42D7-AE97-AE404AECFAEB}"/>
              </a:ext>
            </a:extLst>
          </p:cNvPr>
          <p:cNvPicPr>
            <a:picLocks noChangeAspect="1"/>
          </p:cNvPicPr>
          <p:nvPr userDrawn="1"/>
        </p:nvPicPr>
        <p:blipFill rotWithShape="1">
          <a:blip r:embed="rId5">
            <a:extLst>
              <a:ext uri="{96DAC541-7B7A-43D3-8B79-37D633B846F1}">
                <asvg:svgBlip xmlns:asvg="http://schemas.microsoft.com/office/drawing/2016/SVG/main" r:embed="rId6"/>
              </a:ext>
            </a:extLst>
          </a:blip>
          <a:srcRect l="81836" t="-4713" b="16530"/>
          <a:stretch/>
        </p:blipFill>
        <p:spPr>
          <a:xfrm>
            <a:off x="11547793" y="188640"/>
            <a:ext cx="424356" cy="459624"/>
          </a:xfrm>
          <a:prstGeom prst="rect">
            <a:avLst/>
          </a:prstGeom>
        </p:spPr>
      </p:pic>
    </p:spTree>
    <p:extLst>
      <p:ext uri="{BB962C8B-B14F-4D97-AF65-F5344CB8AC3E}">
        <p14:creationId xmlns:p14="http://schemas.microsoft.com/office/powerpoint/2010/main" val="129502613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ext and Image">
    <p:spTree>
      <p:nvGrpSpPr>
        <p:cNvPr id="1" name=""/>
        <p:cNvGrpSpPr/>
        <p:nvPr/>
      </p:nvGrpSpPr>
      <p:grpSpPr>
        <a:xfrm>
          <a:off x="0" y="0"/>
          <a:ext cx="0" cy="0"/>
          <a:chOff x="0" y="0"/>
          <a:chExt cx="0" cy="0"/>
        </a:xfrm>
      </p:grpSpPr>
      <p:sp>
        <p:nvSpPr>
          <p:cNvPr id="10" name="Picture Placeholder 17">
            <a:extLst>
              <a:ext uri="{FF2B5EF4-FFF2-40B4-BE49-F238E27FC236}">
                <a16:creationId xmlns:a16="http://schemas.microsoft.com/office/drawing/2014/main" id="{218E0C47-FBAF-440E-A6A0-9D14AE6071F8}"/>
              </a:ext>
            </a:extLst>
          </p:cNvPr>
          <p:cNvSpPr>
            <a:spLocks noGrp="1"/>
          </p:cNvSpPr>
          <p:nvPr>
            <p:ph type="pic" sz="quarter" idx="10"/>
          </p:nvPr>
        </p:nvSpPr>
        <p:spPr>
          <a:xfrm>
            <a:off x="0" y="-1"/>
            <a:ext cx="12192000" cy="6857998"/>
          </a:xfrm>
          <a:prstGeom prst="rect">
            <a:avLst/>
          </a:prstGeom>
          <a:noFill/>
        </p:spPr>
        <p:txBody>
          <a:bodyPr anchor="ctr"/>
          <a:lstStyle>
            <a:lvl1pPr algn="ctr">
              <a:defRPr/>
            </a:lvl1pPr>
          </a:lstStyle>
          <a:p>
            <a:endParaRPr lang="pt-PT" dirty="0"/>
          </a:p>
        </p:txBody>
      </p:sp>
      <p:sp>
        <p:nvSpPr>
          <p:cNvPr id="14" name="Text Placeholder 7">
            <a:extLst>
              <a:ext uri="{FF2B5EF4-FFF2-40B4-BE49-F238E27FC236}">
                <a16:creationId xmlns:a16="http://schemas.microsoft.com/office/drawing/2014/main" id="{0BF72C50-3F98-41E6-A3C8-32663046C696}"/>
              </a:ext>
            </a:extLst>
          </p:cNvPr>
          <p:cNvSpPr>
            <a:spLocks noGrp="1"/>
          </p:cNvSpPr>
          <p:nvPr>
            <p:ph type="body" sz="quarter" idx="33" hasCustomPrompt="1"/>
          </p:nvPr>
        </p:nvSpPr>
        <p:spPr>
          <a:xfrm>
            <a:off x="7712546" y="404813"/>
            <a:ext cx="3640038" cy="799873"/>
          </a:xfrm>
          <a:prstGeom prst="rect">
            <a:avLst/>
          </a:prstGeom>
        </p:spPr>
        <p:txBody>
          <a:bodyPr>
            <a:noAutofit/>
          </a:bodyPr>
          <a:lstStyle>
            <a:lvl1pPr algn="r">
              <a:lnSpc>
                <a:spcPts val="1800"/>
              </a:lnSpc>
              <a:defRPr sz="1600" b="1">
                <a:solidFill>
                  <a:schemeClr val="accent3"/>
                </a:solidFill>
              </a:defRPr>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dirty="0"/>
              <a:t>Click to insert text</a:t>
            </a:r>
          </a:p>
        </p:txBody>
      </p:sp>
      <p:sp>
        <p:nvSpPr>
          <p:cNvPr id="7" name="Retângulo 43">
            <a:extLst>
              <a:ext uri="{FF2B5EF4-FFF2-40B4-BE49-F238E27FC236}">
                <a16:creationId xmlns:a16="http://schemas.microsoft.com/office/drawing/2014/main" id="{25FC8637-25BD-4C09-AF25-56B4243DAB3D}"/>
              </a:ext>
            </a:extLst>
          </p:cNvPr>
          <p:cNvSpPr/>
          <p:nvPr userDrawn="1"/>
        </p:nvSpPr>
        <p:spPr>
          <a:xfrm>
            <a:off x="11784013" y="6555758"/>
            <a:ext cx="242375" cy="215444"/>
          </a:xfrm>
          <a:prstGeom prst="rect">
            <a:avLst/>
          </a:prstGeom>
        </p:spPr>
        <p:txBody>
          <a:bodyPr wrap="none">
            <a:spAutoFit/>
          </a:bodyPr>
          <a:lstStyle/>
          <a:p>
            <a:pPr algn="r"/>
            <a:fld id="{0502E5A9-B53C-401E-A0E0-4A359BB0A9E5}" type="slidenum">
              <a:rPr lang="en-US" sz="800" smtClean="0">
                <a:solidFill>
                  <a:prstClr val="black">
                    <a:lumMod val="50000"/>
                    <a:lumOff val="50000"/>
                  </a:prstClr>
                </a:solidFill>
                <a:cs typeface="Arial" panose="020B0604020202020204" pitchFamily="34" charset="0"/>
              </a:rPr>
              <a:t>‹#›</a:t>
            </a:fld>
            <a:endParaRPr lang="en-US" sz="800" dirty="0">
              <a:solidFill>
                <a:prstClr val="black">
                  <a:lumMod val="50000"/>
                  <a:lumOff val="50000"/>
                </a:prstClr>
              </a:solidFill>
              <a:cs typeface="Arial" panose="020B0604020202020204" pitchFamily="34" charset="0"/>
            </a:endParaRPr>
          </a:p>
        </p:txBody>
      </p:sp>
      <p:cxnSp>
        <p:nvCxnSpPr>
          <p:cNvPr id="8"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3283674"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9" name="Rectangle 27">
            <a:hlinkClick r:id="rId2"/>
            <a:extLst>
              <a:ext uri="{FF2B5EF4-FFF2-40B4-BE49-F238E27FC236}">
                <a16:creationId xmlns:a16="http://schemas.microsoft.com/office/drawing/2014/main" id="{F376ABD1-4930-42EB-9A73-9A9C7C6BF2D3}"/>
              </a:ext>
            </a:extLst>
          </p:cNvPr>
          <p:cNvSpPr/>
          <p:nvPr userDrawn="1"/>
        </p:nvSpPr>
        <p:spPr>
          <a:xfrm>
            <a:off x="407988" y="6555971"/>
            <a:ext cx="2829007" cy="219456"/>
          </a:xfrm>
          <a:prstGeom prst="rect">
            <a:avLst/>
          </a:prstGeom>
        </p:spPr>
        <p:txBody>
          <a:bodyPr wrap="square" lIns="0" tIns="0" rIns="0" bIns="0" anchor="ctr" anchorCtr="0">
            <a:noAutofit/>
          </a:bodyPr>
          <a:lstStyle/>
          <a:p>
            <a:pPr lvl="0" algn="l" defTabSz="914400">
              <a:lnSpc>
                <a:spcPct val="85000"/>
              </a:lnSpc>
              <a:defRPr/>
            </a:pPr>
            <a:r>
              <a:rPr lang="en-US" sz="800" kern="0" dirty="0">
                <a:solidFill>
                  <a:srgbClr val="00458D"/>
                </a:solidFill>
                <a:latin typeface="+mj-lt"/>
                <a:cs typeface="Arial" panose="020B0604020202020204" pitchFamily="34" charset="0"/>
              </a:rPr>
              <a:t>Presentation Title | Author | Date</a:t>
            </a:r>
          </a:p>
        </p:txBody>
      </p:sp>
      <p:sp>
        <p:nvSpPr>
          <p:cNvPr id="13" name="Retângulo 43">
            <a:extLst>
              <a:ext uri="{FF2B5EF4-FFF2-40B4-BE49-F238E27FC236}">
                <a16:creationId xmlns:a16="http://schemas.microsoft.com/office/drawing/2014/main" id="{834ADCB4-BFB1-450D-8F6D-64217F4CD92C}"/>
              </a:ext>
            </a:extLst>
          </p:cNvPr>
          <p:cNvSpPr/>
          <p:nvPr userDrawn="1"/>
        </p:nvSpPr>
        <p:spPr>
          <a:xfrm>
            <a:off x="3411379" y="6555758"/>
            <a:ext cx="2223686" cy="219456"/>
          </a:xfrm>
          <a:prstGeom prst="rect">
            <a:avLst/>
          </a:prstGeom>
        </p:spPr>
        <p:txBody>
          <a:bodyPr wrap="none" lIns="0" tIns="0" rIns="0" bIns="0" anchor="ctr">
            <a:noAutofit/>
          </a:bodyPr>
          <a:lstStyle/>
          <a:p>
            <a:pPr algn="l"/>
            <a:r>
              <a:rPr lang="en-US" sz="800" dirty="0">
                <a:solidFill>
                  <a:schemeClr val="bg2">
                    <a:lumMod val="50000"/>
                  </a:schemeClr>
                </a:solidFill>
                <a:cs typeface="Arial" panose="020B0604020202020204" pitchFamily="34" charset="0"/>
              </a:rPr>
              <a:t>© 2017 Capgemini. All rights reserved.</a:t>
            </a:r>
          </a:p>
        </p:txBody>
      </p:sp>
      <p:sp>
        <p:nvSpPr>
          <p:cNvPr id="15"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407988" y="404813"/>
            <a:ext cx="6984156" cy="863600"/>
          </a:xfrm>
          <a:prstGeom prst="rect">
            <a:avLst/>
          </a:prstGeom>
        </p:spPr>
        <p:txBody>
          <a:bodyPr vert="horz" lIns="0" tIns="0" rIns="0" bIns="0" rtlCol="0" anchor="t">
            <a:normAutofit/>
          </a:bodyPr>
          <a:lstStyle>
            <a:lvl1pPr>
              <a:defRPr lang="pt-PT" dirty="0"/>
            </a:lvl1pPr>
          </a:lstStyle>
          <a:p>
            <a:pPr lvl="0">
              <a:lnSpc>
                <a:spcPts val="3000"/>
              </a:lnSpc>
            </a:pPr>
            <a:r>
              <a:rPr lang="en-US" dirty="0"/>
              <a:t>Click to add title</a:t>
            </a:r>
            <a:endParaRPr lang="pt-PT" dirty="0"/>
          </a:p>
        </p:txBody>
      </p:sp>
      <p:sp>
        <p:nvSpPr>
          <p:cNvPr id="16" name="Text Placeholder 7">
            <a:extLst>
              <a:ext uri="{FF2B5EF4-FFF2-40B4-BE49-F238E27FC236}">
                <a16:creationId xmlns:a16="http://schemas.microsoft.com/office/drawing/2014/main" id="{9228FC83-C11D-47F2-8BDE-B10D125E5E87}"/>
              </a:ext>
            </a:extLst>
          </p:cNvPr>
          <p:cNvSpPr>
            <a:spLocks noGrp="1"/>
          </p:cNvSpPr>
          <p:nvPr>
            <p:ph type="body" sz="quarter" idx="35" hasCustomPrompt="1"/>
          </p:nvPr>
        </p:nvSpPr>
        <p:spPr>
          <a:xfrm>
            <a:off x="417592" y="1430234"/>
            <a:ext cx="3008302" cy="5011014"/>
          </a:xfrm>
          <a:prstGeom prst="rect">
            <a:avLst/>
          </a:prstGeom>
        </p:spPr>
        <p:txBody>
          <a:bodyPr>
            <a:noAutofit/>
          </a:bodyPr>
          <a:lstStyle>
            <a:lvl1pPr>
              <a:lnSpc>
                <a:spcPts val="2200"/>
              </a:lnSpc>
              <a:defRPr sz="1800">
                <a:solidFill>
                  <a:schemeClr val="tx1"/>
                </a:solidFill>
              </a:defRPr>
            </a:lvl1pPr>
            <a:lvl2pPr marL="231775" indent="-227013">
              <a:lnSpc>
                <a:spcPts val="1800"/>
              </a:lnSpc>
              <a:defRPr sz="1600">
                <a:solidFill>
                  <a:schemeClr val="tx1"/>
                </a:solidFill>
              </a:defRPr>
            </a:lvl2pPr>
            <a:lvl3pPr marL="463550" indent="-231775">
              <a:lnSpc>
                <a:spcPts val="1600"/>
              </a:lnSpc>
              <a:defRPr sz="1400">
                <a:solidFill>
                  <a:schemeClr val="tx1"/>
                </a:solidFill>
              </a:defRPr>
            </a:lvl3pPr>
            <a:lvl4pPr marL="682625" indent="-219075">
              <a:lnSpc>
                <a:spcPts val="1400"/>
              </a:lnSpc>
              <a:defRPr sz="1200">
                <a:solidFill>
                  <a:schemeClr val="tx1"/>
                </a:solidFill>
              </a:defRPr>
            </a:lvl4pPr>
            <a:lvl5pPr>
              <a:lnSpc>
                <a:spcPct val="100000"/>
              </a:lnSpc>
              <a:defRPr sz="1200">
                <a:solidFill>
                  <a:schemeClr val="tx1"/>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198740815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Image and Text2 (fixe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3D2F289-295A-4712-B3F5-6C1E821AF17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24" y="0"/>
            <a:ext cx="12188952" cy="6858000"/>
          </a:xfrm>
          <a:prstGeom prst="rect">
            <a:avLst/>
          </a:prstGeom>
        </p:spPr>
      </p:pic>
      <p:pic>
        <p:nvPicPr>
          <p:cNvPr id="9" name="Graphic 8">
            <a:extLst>
              <a:ext uri="{FF2B5EF4-FFF2-40B4-BE49-F238E27FC236}">
                <a16:creationId xmlns:a16="http://schemas.microsoft.com/office/drawing/2014/main" id="{BEB011C7-5067-4A7D-A5A2-FB9132A5D7A3}"/>
              </a:ext>
            </a:extLst>
          </p:cNvPr>
          <p:cNvPicPr>
            <a:picLocks noChangeAspect="1"/>
          </p:cNvPicPr>
          <p:nvPr userDrawn="1"/>
        </p:nvPicPr>
        <p:blipFill>
          <a:blip r:embed="rId3">
            <a:extLst>
              <a:ext uri="{96DAC541-7B7A-43D3-8B79-37D633B846F1}">
                <asvg:svgBlip xmlns:asvg="http://schemas.microsoft.com/office/drawing/2016/SVG/main" r:embed="rId4"/>
              </a:ext>
            </a:extLst>
          </a:blip>
          <a:srcRect t="45009" r="3903"/>
          <a:stretch>
            <a:fillRect/>
          </a:stretch>
        </p:blipFill>
        <p:spPr>
          <a:xfrm rot="20633129">
            <a:off x="6623457" y="-854950"/>
            <a:ext cx="5712032" cy="3331781"/>
          </a:xfrm>
          <a:custGeom>
            <a:avLst/>
            <a:gdLst>
              <a:gd name="connsiteX0" fmla="*/ 0 w 6455155"/>
              <a:gd name="connsiteY0" fmla="*/ 0 h 3765238"/>
              <a:gd name="connsiteX1" fmla="*/ 6455155 w 6455155"/>
              <a:gd name="connsiteY1" fmla="*/ 1864957 h 3765238"/>
              <a:gd name="connsiteX2" fmla="*/ 5906145 w 6455155"/>
              <a:gd name="connsiteY2" fmla="*/ 3765238 h 3765238"/>
              <a:gd name="connsiteX3" fmla="*/ 2661149 w 6455155"/>
              <a:gd name="connsiteY3" fmla="*/ 3765238 h 3765238"/>
              <a:gd name="connsiteX4" fmla="*/ 0 w 6455155"/>
              <a:gd name="connsiteY4" fmla="*/ 2996406 h 3765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55155" h="3765238">
                <a:moveTo>
                  <a:pt x="0" y="0"/>
                </a:moveTo>
                <a:lnTo>
                  <a:pt x="6455155" y="1864957"/>
                </a:lnTo>
                <a:lnTo>
                  <a:pt x="5906145" y="3765238"/>
                </a:lnTo>
                <a:lnTo>
                  <a:pt x="2661149" y="3765238"/>
                </a:lnTo>
                <a:lnTo>
                  <a:pt x="0" y="2996406"/>
                </a:lnTo>
                <a:close/>
              </a:path>
            </a:pathLst>
          </a:custGeom>
        </p:spPr>
      </p:pic>
      <p:sp>
        <p:nvSpPr>
          <p:cNvPr id="14" name="Text Placeholder 7">
            <a:extLst>
              <a:ext uri="{FF2B5EF4-FFF2-40B4-BE49-F238E27FC236}">
                <a16:creationId xmlns:a16="http://schemas.microsoft.com/office/drawing/2014/main" id="{0BF72C50-3F98-41E6-A3C8-32663046C696}"/>
              </a:ext>
            </a:extLst>
          </p:cNvPr>
          <p:cNvSpPr>
            <a:spLocks noGrp="1"/>
          </p:cNvSpPr>
          <p:nvPr>
            <p:ph type="body" sz="quarter" idx="33" hasCustomPrompt="1"/>
          </p:nvPr>
        </p:nvSpPr>
        <p:spPr>
          <a:xfrm>
            <a:off x="7712546" y="251439"/>
            <a:ext cx="3594084" cy="953247"/>
          </a:xfrm>
          <a:prstGeom prst="rect">
            <a:avLst/>
          </a:prstGeom>
        </p:spPr>
        <p:txBody>
          <a:bodyPr>
            <a:noAutofit/>
          </a:bodyPr>
          <a:lstStyle>
            <a:lvl1pPr>
              <a:lnSpc>
                <a:spcPct val="100000"/>
              </a:lnSpc>
              <a:defRPr sz="1600" b="1">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dirty="0"/>
              <a:t>Click to insert text</a:t>
            </a:r>
          </a:p>
        </p:txBody>
      </p:sp>
      <p:sp>
        <p:nvSpPr>
          <p:cNvPr id="8" name="Retângulo 43">
            <a:extLst>
              <a:ext uri="{FF2B5EF4-FFF2-40B4-BE49-F238E27FC236}">
                <a16:creationId xmlns:a16="http://schemas.microsoft.com/office/drawing/2014/main" id="{25FC8637-25BD-4C09-AF25-56B4243DAB3D}"/>
              </a:ext>
            </a:extLst>
          </p:cNvPr>
          <p:cNvSpPr/>
          <p:nvPr userDrawn="1"/>
        </p:nvSpPr>
        <p:spPr>
          <a:xfrm>
            <a:off x="11784013" y="6555758"/>
            <a:ext cx="242375" cy="215444"/>
          </a:xfrm>
          <a:prstGeom prst="rect">
            <a:avLst/>
          </a:prstGeom>
        </p:spPr>
        <p:txBody>
          <a:bodyPr wrap="none">
            <a:spAutoFit/>
          </a:bodyPr>
          <a:lstStyle/>
          <a:p>
            <a:pPr algn="r"/>
            <a:fld id="{0502E5A9-B53C-401E-A0E0-4A359BB0A9E5}" type="slidenum">
              <a:rPr lang="en-US" sz="800" smtClean="0">
                <a:solidFill>
                  <a:prstClr val="black">
                    <a:lumMod val="50000"/>
                    <a:lumOff val="50000"/>
                  </a:prstClr>
                </a:solidFill>
                <a:cs typeface="Arial" panose="020B0604020202020204" pitchFamily="34" charset="0"/>
              </a:rPr>
              <a:t>‹#›</a:t>
            </a:fld>
            <a:endParaRPr lang="en-US" sz="800" dirty="0">
              <a:solidFill>
                <a:prstClr val="black">
                  <a:lumMod val="50000"/>
                  <a:lumOff val="50000"/>
                </a:prstClr>
              </a:solidFill>
              <a:cs typeface="Arial" panose="020B0604020202020204" pitchFamily="34" charset="0"/>
            </a:endParaRPr>
          </a:p>
        </p:txBody>
      </p:sp>
      <p:cxnSp>
        <p:nvCxnSpPr>
          <p:cNvPr id="10"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3283674"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13" name="Rectangle 27">
            <a:hlinkClick r:id="rId5"/>
            <a:extLst>
              <a:ext uri="{FF2B5EF4-FFF2-40B4-BE49-F238E27FC236}">
                <a16:creationId xmlns:a16="http://schemas.microsoft.com/office/drawing/2014/main" id="{F376ABD1-4930-42EB-9A73-9A9C7C6BF2D3}"/>
              </a:ext>
            </a:extLst>
          </p:cNvPr>
          <p:cNvSpPr/>
          <p:nvPr userDrawn="1"/>
        </p:nvSpPr>
        <p:spPr>
          <a:xfrm>
            <a:off x="407988" y="6555971"/>
            <a:ext cx="2829007" cy="219456"/>
          </a:xfrm>
          <a:prstGeom prst="rect">
            <a:avLst/>
          </a:prstGeom>
        </p:spPr>
        <p:txBody>
          <a:bodyPr wrap="square" lIns="0" tIns="0" rIns="0" bIns="0" anchor="ctr" anchorCtr="0">
            <a:noAutofit/>
          </a:bodyPr>
          <a:lstStyle/>
          <a:p>
            <a:pPr lvl="0" algn="l" defTabSz="914400">
              <a:lnSpc>
                <a:spcPct val="85000"/>
              </a:lnSpc>
              <a:defRPr/>
            </a:pPr>
            <a:r>
              <a:rPr lang="en-US" sz="800" kern="0" dirty="0">
                <a:solidFill>
                  <a:srgbClr val="00458D"/>
                </a:solidFill>
                <a:latin typeface="+mj-lt"/>
                <a:cs typeface="Arial" panose="020B0604020202020204" pitchFamily="34" charset="0"/>
              </a:rPr>
              <a:t>Presentation Title | Author | Date</a:t>
            </a:r>
          </a:p>
        </p:txBody>
      </p:sp>
      <p:sp>
        <p:nvSpPr>
          <p:cNvPr id="15" name="Retângulo 43">
            <a:extLst>
              <a:ext uri="{FF2B5EF4-FFF2-40B4-BE49-F238E27FC236}">
                <a16:creationId xmlns:a16="http://schemas.microsoft.com/office/drawing/2014/main" id="{834ADCB4-BFB1-450D-8F6D-64217F4CD92C}"/>
              </a:ext>
            </a:extLst>
          </p:cNvPr>
          <p:cNvSpPr/>
          <p:nvPr userDrawn="1"/>
        </p:nvSpPr>
        <p:spPr>
          <a:xfrm>
            <a:off x="3411379" y="6555758"/>
            <a:ext cx="2223686" cy="219456"/>
          </a:xfrm>
          <a:prstGeom prst="rect">
            <a:avLst/>
          </a:prstGeom>
        </p:spPr>
        <p:txBody>
          <a:bodyPr wrap="none" lIns="0" tIns="0" rIns="0" bIns="0" anchor="ctr">
            <a:noAutofit/>
          </a:bodyPr>
          <a:lstStyle/>
          <a:p>
            <a:pPr algn="l"/>
            <a:r>
              <a:rPr lang="en-US" sz="800" dirty="0">
                <a:solidFill>
                  <a:schemeClr val="bg2">
                    <a:lumMod val="50000"/>
                  </a:schemeClr>
                </a:solidFill>
                <a:cs typeface="Arial" panose="020B0604020202020204" pitchFamily="34" charset="0"/>
              </a:rPr>
              <a:t>© 2017 Capgemini. All rights reserved.</a:t>
            </a:r>
          </a:p>
        </p:txBody>
      </p:sp>
      <p:sp>
        <p:nvSpPr>
          <p:cNvPr id="16"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407988" y="404813"/>
            <a:ext cx="6984156" cy="863600"/>
          </a:xfrm>
          <a:prstGeom prst="rect">
            <a:avLst/>
          </a:prstGeom>
        </p:spPr>
        <p:txBody>
          <a:bodyPr vert="horz" lIns="0" tIns="0" rIns="0" bIns="0" rtlCol="0" anchor="t">
            <a:normAutofit/>
          </a:bodyPr>
          <a:lstStyle>
            <a:lvl1pPr>
              <a:defRPr lang="pt-PT" dirty="0"/>
            </a:lvl1pPr>
          </a:lstStyle>
          <a:p>
            <a:pPr lvl="0">
              <a:lnSpc>
                <a:spcPts val="3000"/>
              </a:lnSpc>
            </a:pPr>
            <a:r>
              <a:rPr lang="en-US" dirty="0"/>
              <a:t>Click to add title</a:t>
            </a:r>
            <a:endParaRPr lang="pt-PT" dirty="0"/>
          </a:p>
        </p:txBody>
      </p:sp>
      <p:sp>
        <p:nvSpPr>
          <p:cNvPr id="17" name="Text Placeholder 7">
            <a:extLst>
              <a:ext uri="{FF2B5EF4-FFF2-40B4-BE49-F238E27FC236}">
                <a16:creationId xmlns:a16="http://schemas.microsoft.com/office/drawing/2014/main" id="{9228FC83-C11D-47F2-8BDE-B10D125E5E87}"/>
              </a:ext>
            </a:extLst>
          </p:cNvPr>
          <p:cNvSpPr>
            <a:spLocks noGrp="1"/>
          </p:cNvSpPr>
          <p:nvPr>
            <p:ph type="body" sz="quarter" idx="35" hasCustomPrompt="1"/>
          </p:nvPr>
        </p:nvSpPr>
        <p:spPr>
          <a:xfrm>
            <a:off x="417592" y="1430234"/>
            <a:ext cx="3008302" cy="5011014"/>
          </a:xfrm>
          <a:prstGeom prst="rect">
            <a:avLst/>
          </a:prstGeom>
        </p:spPr>
        <p:txBody>
          <a:bodyPr>
            <a:noAutofit/>
          </a:bodyPr>
          <a:lstStyle>
            <a:lvl1pPr>
              <a:lnSpc>
                <a:spcPts val="2200"/>
              </a:lnSpc>
              <a:defRPr sz="1800">
                <a:solidFill>
                  <a:schemeClr val="tx1"/>
                </a:solidFill>
              </a:defRPr>
            </a:lvl1pPr>
            <a:lvl2pPr marL="231775" indent="-227013">
              <a:lnSpc>
                <a:spcPts val="1800"/>
              </a:lnSpc>
              <a:defRPr sz="1600">
                <a:solidFill>
                  <a:schemeClr val="tx1"/>
                </a:solidFill>
              </a:defRPr>
            </a:lvl2pPr>
            <a:lvl3pPr marL="463550" indent="-231775">
              <a:lnSpc>
                <a:spcPts val="1600"/>
              </a:lnSpc>
              <a:defRPr sz="1400">
                <a:solidFill>
                  <a:schemeClr val="tx1"/>
                </a:solidFill>
              </a:defRPr>
            </a:lvl3pPr>
            <a:lvl4pPr marL="682625" indent="-219075">
              <a:lnSpc>
                <a:spcPts val="1400"/>
              </a:lnSpc>
              <a:defRPr sz="1200">
                <a:solidFill>
                  <a:schemeClr val="tx1"/>
                </a:solidFill>
              </a:defRPr>
            </a:lvl4pPr>
            <a:lvl5pPr>
              <a:lnSpc>
                <a:spcPct val="100000"/>
              </a:lnSpc>
              <a:defRPr sz="1200">
                <a:solidFill>
                  <a:schemeClr val="tx1"/>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pic>
        <p:nvPicPr>
          <p:cNvPr id="18" name="Graphic 4">
            <a:extLst>
              <a:ext uri="{FF2B5EF4-FFF2-40B4-BE49-F238E27FC236}">
                <a16:creationId xmlns:a16="http://schemas.microsoft.com/office/drawing/2014/main" id="{25EEA1D4-3AF7-42D7-AE97-AE404AECFAEB}"/>
              </a:ext>
            </a:extLst>
          </p:cNvPr>
          <p:cNvPicPr>
            <a:picLocks noChangeAspect="1"/>
          </p:cNvPicPr>
          <p:nvPr userDrawn="1"/>
        </p:nvPicPr>
        <p:blipFill rotWithShape="1">
          <a:blip r:embed="rId6">
            <a:extLst>
              <a:ext uri="{96DAC541-7B7A-43D3-8B79-37D633B846F1}">
                <asvg:svgBlip xmlns:asvg="http://schemas.microsoft.com/office/drawing/2016/SVG/main" r:embed="rId7"/>
              </a:ext>
            </a:extLst>
          </a:blip>
          <a:srcRect l="81836" t="-4713" b="16530"/>
          <a:stretch/>
        </p:blipFill>
        <p:spPr>
          <a:xfrm>
            <a:off x="11547793" y="188640"/>
            <a:ext cx="424356" cy="459624"/>
          </a:xfrm>
          <a:prstGeom prst="rect">
            <a:avLst/>
          </a:prstGeom>
        </p:spPr>
      </p:pic>
    </p:spTree>
    <p:extLst>
      <p:ext uri="{BB962C8B-B14F-4D97-AF65-F5344CB8AC3E}">
        <p14:creationId xmlns:p14="http://schemas.microsoft.com/office/powerpoint/2010/main" val="62570886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hart">
    <p:spTree>
      <p:nvGrpSpPr>
        <p:cNvPr id="1" name=""/>
        <p:cNvGrpSpPr/>
        <p:nvPr/>
      </p:nvGrpSpPr>
      <p:grpSpPr>
        <a:xfrm>
          <a:off x="0" y="0"/>
          <a:ext cx="0" cy="0"/>
          <a:chOff x="0" y="0"/>
          <a:chExt cx="0" cy="0"/>
        </a:xfrm>
      </p:grpSpPr>
      <p:sp>
        <p:nvSpPr>
          <p:cNvPr id="25" name="Table Placeholder 24">
            <a:extLst>
              <a:ext uri="{FF2B5EF4-FFF2-40B4-BE49-F238E27FC236}">
                <a16:creationId xmlns:a16="http://schemas.microsoft.com/office/drawing/2014/main" id="{4CF70ABC-C3CC-4467-BF60-A472180D4920}"/>
              </a:ext>
            </a:extLst>
          </p:cNvPr>
          <p:cNvSpPr>
            <a:spLocks noGrp="1"/>
          </p:cNvSpPr>
          <p:nvPr>
            <p:ph type="tbl" sz="quarter" idx="17"/>
          </p:nvPr>
        </p:nvSpPr>
        <p:spPr>
          <a:xfrm>
            <a:off x="407988" y="2073275"/>
            <a:ext cx="11376025" cy="4178300"/>
          </a:xfrm>
          <a:prstGeom prst="rect">
            <a:avLst/>
          </a:prstGeom>
        </p:spPr>
        <p:txBody>
          <a:bodyPr anchor="ctr"/>
          <a:lstStyle>
            <a:lvl1pPr marL="0" indent="0" algn="ctr">
              <a:buNone/>
              <a:defRPr/>
            </a:lvl1pPr>
          </a:lstStyle>
          <a:p>
            <a:endParaRPr lang="pt-PT"/>
          </a:p>
        </p:txBody>
      </p:sp>
      <p:sp>
        <p:nvSpPr>
          <p:cNvPr id="23" name="Text Placeholder 29">
            <a:extLst>
              <a:ext uri="{FF2B5EF4-FFF2-40B4-BE49-F238E27FC236}">
                <a16:creationId xmlns:a16="http://schemas.microsoft.com/office/drawing/2014/main" id="{678A8DFD-FC6D-4FCC-9590-B07A391242A9}"/>
              </a:ext>
            </a:extLst>
          </p:cNvPr>
          <p:cNvSpPr>
            <a:spLocks noGrp="1"/>
          </p:cNvSpPr>
          <p:nvPr>
            <p:ph type="body" sz="quarter" idx="16" hasCustomPrompt="1"/>
          </p:nvPr>
        </p:nvSpPr>
        <p:spPr>
          <a:xfrm>
            <a:off x="407988" y="1268413"/>
            <a:ext cx="10944596" cy="504403"/>
          </a:xfrm>
          <a:prstGeom prst="rect">
            <a:avLst/>
          </a:prstGeom>
        </p:spPr>
        <p:txBody>
          <a:bodyPr>
            <a:noAutofit/>
          </a:bodyPr>
          <a:lstStyle>
            <a:lvl1pPr marL="0" indent="0" algn="l">
              <a:lnSpc>
                <a:spcPts val="1400"/>
              </a:lnSpc>
              <a:spcBef>
                <a:spcPts val="0"/>
              </a:spcBef>
              <a:spcAft>
                <a:spcPts val="0"/>
              </a:spcAft>
              <a:buNone/>
              <a:defRPr sz="1200"/>
            </a:lvl1pPr>
            <a:lvl2pPr algn="ctr">
              <a:defRPr/>
            </a:lvl2pPr>
            <a:lvl3pPr algn="ctr">
              <a:defRPr/>
            </a:lvl3pPr>
            <a:lvl4pPr algn="ctr">
              <a:defRPr/>
            </a:lvl4pPr>
            <a:lvl5pPr algn="ctr">
              <a:defRPr/>
            </a:lvl5pPr>
          </a:lstStyle>
          <a:p>
            <a:pPr lvl="0"/>
            <a:r>
              <a:rPr lang="en-US" dirty="0"/>
              <a:t>Click to insert text</a:t>
            </a:r>
          </a:p>
        </p:txBody>
      </p:sp>
      <p:sp>
        <p:nvSpPr>
          <p:cNvPr id="5"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407988" y="404813"/>
            <a:ext cx="10944596" cy="863600"/>
          </a:xfrm>
          <a:prstGeom prst="rect">
            <a:avLst/>
          </a:prstGeom>
        </p:spPr>
        <p:txBody>
          <a:bodyPr vert="horz" lIns="0" tIns="0" rIns="0" bIns="0" rtlCol="0" anchor="t">
            <a:normAutofit/>
          </a:bodyPr>
          <a:lstStyle>
            <a:lvl1pPr>
              <a:defRPr lang="pt-PT" dirty="0"/>
            </a:lvl1pPr>
          </a:lstStyle>
          <a:p>
            <a:pPr lvl="0">
              <a:lnSpc>
                <a:spcPts val="3000"/>
              </a:lnSpc>
            </a:pPr>
            <a:r>
              <a:rPr lang="en-US" dirty="0"/>
              <a:t>Click to add title</a:t>
            </a:r>
            <a:endParaRPr lang="pt-PT" dirty="0"/>
          </a:p>
        </p:txBody>
      </p:sp>
      <p:sp>
        <p:nvSpPr>
          <p:cNvPr id="6" name="Retângulo 43">
            <a:extLst>
              <a:ext uri="{FF2B5EF4-FFF2-40B4-BE49-F238E27FC236}">
                <a16:creationId xmlns:a16="http://schemas.microsoft.com/office/drawing/2014/main" id="{25FC8637-25BD-4C09-AF25-56B4243DAB3D}"/>
              </a:ext>
            </a:extLst>
          </p:cNvPr>
          <p:cNvSpPr/>
          <p:nvPr userDrawn="1"/>
        </p:nvSpPr>
        <p:spPr>
          <a:xfrm>
            <a:off x="11784013" y="6555758"/>
            <a:ext cx="242375" cy="215444"/>
          </a:xfrm>
          <a:prstGeom prst="rect">
            <a:avLst/>
          </a:prstGeom>
        </p:spPr>
        <p:txBody>
          <a:bodyPr wrap="none">
            <a:spAutoFit/>
          </a:bodyPr>
          <a:lstStyle/>
          <a:p>
            <a:pPr algn="r"/>
            <a:fld id="{0502E5A9-B53C-401E-A0E0-4A359BB0A9E5}" type="slidenum">
              <a:rPr lang="en-US" sz="800" smtClean="0">
                <a:solidFill>
                  <a:prstClr val="black">
                    <a:lumMod val="50000"/>
                    <a:lumOff val="50000"/>
                  </a:prstClr>
                </a:solidFill>
                <a:cs typeface="Arial" panose="020B0604020202020204" pitchFamily="34" charset="0"/>
              </a:rPr>
              <a:t>‹#›</a:t>
            </a:fld>
            <a:endParaRPr lang="en-US" sz="800" dirty="0">
              <a:solidFill>
                <a:prstClr val="black">
                  <a:lumMod val="50000"/>
                  <a:lumOff val="50000"/>
                </a:prstClr>
              </a:solidFill>
              <a:cs typeface="Arial" panose="020B0604020202020204" pitchFamily="34" charset="0"/>
            </a:endParaRPr>
          </a:p>
        </p:txBody>
      </p:sp>
      <p:cxnSp>
        <p:nvCxnSpPr>
          <p:cNvPr id="7"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3283674"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8" name="Rectangle 27">
            <a:hlinkClick r:id="rId2"/>
            <a:extLst>
              <a:ext uri="{FF2B5EF4-FFF2-40B4-BE49-F238E27FC236}">
                <a16:creationId xmlns:a16="http://schemas.microsoft.com/office/drawing/2014/main" id="{F376ABD1-4930-42EB-9A73-9A9C7C6BF2D3}"/>
              </a:ext>
            </a:extLst>
          </p:cNvPr>
          <p:cNvSpPr/>
          <p:nvPr userDrawn="1"/>
        </p:nvSpPr>
        <p:spPr>
          <a:xfrm>
            <a:off x="407988" y="6555971"/>
            <a:ext cx="2829007" cy="219456"/>
          </a:xfrm>
          <a:prstGeom prst="rect">
            <a:avLst/>
          </a:prstGeom>
        </p:spPr>
        <p:txBody>
          <a:bodyPr wrap="square" lIns="0" tIns="0" rIns="0" bIns="0" anchor="ctr" anchorCtr="0">
            <a:noAutofit/>
          </a:bodyPr>
          <a:lstStyle/>
          <a:p>
            <a:pPr lvl="0" algn="l" defTabSz="914400">
              <a:lnSpc>
                <a:spcPct val="85000"/>
              </a:lnSpc>
              <a:defRPr/>
            </a:pPr>
            <a:r>
              <a:rPr lang="en-US" sz="800" kern="0" dirty="0">
                <a:solidFill>
                  <a:srgbClr val="00458D"/>
                </a:solidFill>
                <a:latin typeface="+mj-lt"/>
                <a:cs typeface="Arial" panose="020B0604020202020204" pitchFamily="34" charset="0"/>
              </a:rPr>
              <a:t>Presentation Title | Author | Date</a:t>
            </a:r>
          </a:p>
        </p:txBody>
      </p:sp>
      <p:sp>
        <p:nvSpPr>
          <p:cNvPr id="9" name="Retângulo 43">
            <a:extLst>
              <a:ext uri="{FF2B5EF4-FFF2-40B4-BE49-F238E27FC236}">
                <a16:creationId xmlns:a16="http://schemas.microsoft.com/office/drawing/2014/main" id="{834ADCB4-BFB1-450D-8F6D-64217F4CD92C}"/>
              </a:ext>
            </a:extLst>
          </p:cNvPr>
          <p:cNvSpPr/>
          <p:nvPr userDrawn="1"/>
        </p:nvSpPr>
        <p:spPr>
          <a:xfrm>
            <a:off x="3411379" y="6555758"/>
            <a:ext cx="2223686" cy="219456"/>
          </a:xfrm>
          <a:prstGeom prst="rect">
            <a:avLst/>
          </a:prstGeom>
        </p:spPr>
        <p:txBody>
          <a:bodyPr wrap="none" lIns="0" tIns="0" rIns="0" bIns="0" anchor="ctr">
            <a:noAutofit/>
          </a:bodyPr>
          <a:lstStyle/>
          <a:p>
            <a:pPr algn="l"/>
            <a:r>
              <a:rPr lang="en-US" sz="800" dirty="0">
                <a:solidFill>
                  <a:schemeClr val="bg2">
                    <a:lumMod val="50000"/>
                  </a:schemeClr>
                </a:solidFill>
                <a:cs typeface="Arial" panose="020B0604020202020204" pitchFamily="34" charset="0"/>
              </a:rPr>
              <a:t>© 2017 Capgemini. All rights reserved.</a:t>
            </a:r>
          </a:p>
        </p:txBody>
      </p:sp>
    </p:spTree>
    <p:extLst>
      <p:ext uri="{BB962C8B-B14F-4D97-AF65-F5344CB8AC3E}">
        <p14:creationId xmlns:p14="http://schemas.microsoft.com/office/powerpoint/2010/main" val="412848569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Graphs">
    <p:spTree>
      <p:nvGrpSpPr>
        <p:cNvPr id="1" name=""/>
        <p:cNvGrpSpPr/>
        <p:nvPr/>
      </p:nvGrpSpPr>
      <p:grpSpPr>
        <a:xfrm>
          <a:off x="0" y="0"/>
          <a:ext cx="0" cy="0"/>
          <a:chOff x="0" y="0"/>
          <a:chExt cx="0" cy="0"/>
        </a:xfrm>
      </p:grpSpPr>
      <p:sp>
        <p:nvSpPr>
          <p:cNvPr id="19" name="Chart Placeholder 18">
            <a:extLst>
              <a:ext uri="{FF2B5EF4-FFF2-40B4-BE49-F238E27FC236}">
                <a16:creationId xmlns:a16="http://schemas.microsoft.com/office/drawing/2014/main" id="{1B2F5493-6162-4AC0-BA43-8D7A7C0FA263}"/>
              </a:ext>
            </a:extLst>
          </p:cNvPr>
          <p:cNvSpPr>
            <a:spLocks noGrp="1"/>
          </p:cNvSpPr>
          <p:nvPr>
            <p:ph type="chart" sz="quarter" idx="44"/>
          </p:nvPr>
        </p:nvSpPr>
        <p:spPr>
          <a:xfrm>
            <a:off x="407988" y="1873622"/>
            <a:ext cx="5543550" cy="3571601"/>
          </a:xfrm>
          <a:prstGeom prst="rect">
            <a:avLst/>
          </a:prstGeom>
        </p:spPr>
        <p:txBody>
          <a:bodyPr anchor="ctr"/>
          <a:lstStyle>
            <a:lvl1pPr marL="0" indent="0" algn="ctr">
              <a:buNone/>
              <a:defRPr sz="2000"/>
            </a:lvl1pPr>
          </a:lstStyle>
          <a:p>
            <a:endParaRPr lang="pt-PT"/>
          </a:p>
        </p:txBody>
      </p:sp>
      <p:sp>
        <p:nvSpPr>
          <p:cNvPr id="14" name="Text Placeholder 29">
            <a:extLst>
              <a:ext uri="{FF2B5EF4-FFF2-40B4-BE49-F238E27FC236}">
                <a16:creationId xmlns:a16="http://schemas.microsoft.com/office/drawing/2014/main" id="{DC134CF2-DCA0-414B-81CC-1ED54BE2F760}"/>
              </a:ext>
            </a:extLst>
          </p:cNvPr>
          <p:cNvSpPr>
            <a:spLocks noGrp="1"/>
          </p:cNvSpPr>
          <p:nvPr>
            <p:ph type="body" sz="quarter" idx="41" hasCustomPrompt="1"/>
          </p:nvPr>
        </p:nvSpPr>
        <p:spPr>
          <a:xfrm>
            <a:off x="407988" y="5575682"/>
            <a:ext cx="5543551" cy="877506"/>
          </a:xfrm>
          <a:prstGeom prst="rect">
            <a:avLst/>
          </a:prstGeom>
        </p:spPr>
        <p:txBody>
          <a:bodyPr>
            <a:noAutofit/>
          </a:bodyPr>
          <a:lstStyle>
            <a:lvl1pPr marL="0" indent="0" algn="l">
              <a:lnSpc>
                <a:spcPts val="1600"/>
              </a:lnSpc>
              <a:spcBef>
                <a:spcPts val="0"/>
              </a:spcBef>
              <a:spcAft>
                <a:spcPts val="0"/>
              </a:spcAft>
              <a:buNone/>
              <a:defRPr sz="1400">
                <a:solidFill>
                  <a:schemeClr val="tx1"/>
                </a:solidFill>
              </a:defRPr>
            </a:lvl1pPr>
            <a:lvl2pPr algn="ctr">
              <a:defRPr/>
            </a:lvl2pPr>
            <a:lvl3pPr algn="ctr">
              <a:defRPr/>
            </a:lvl3pPr>
            <a:lvl4pPr algn="ctr">
              <a:defRPr/>
            </a:lvl4pPr>
            <a:lvl5pPr algn="ctr">
              <a:defRPr/>
            </a:lvl5pPr>
          </a:lstStyle>
          <a:p>
            <a:pPr lvl="0"/>
            <a:r>
              <a:rPr lang="en-US" dirty="0"/>
              <a:t>Click to insert text</a:t>
            </a:r>
          </a:p>
        </p:txBody>
      </p:sp>
      <p:sp>
        <p:nvSpPr>
          <p:cNvPr id="15" name="Text Placeholder 29">
            <a:extLst>
              <a:ext uri="{FF2B5EF4-FFF2-40B4-BE49-F238E27FC236}">
                <a16:creationId xmlns:a16="http://schemas.microsoft.com/office/drawing/2014/main" id="{241682F5-54EB-4F26-976E-B5536318DE43}"/>
              </a:ext>
            </a:extLst>
          </p:cNvPr>
          <p:cNvSpPr>
            <a:spLocks noGrp="1"/>
          </p:cNvSpPr>
          <p:nvPr>
            <p:ph type="body" sz="quarter" idx="42" hasCustomPrompt="1"/>
          </p:nvPr>
        </p:nvSpPr>
        <p:spPr>
          <a:xfrm>
            <a:off x="6240472" y="5575682"/>
            <a:ext cx="5543550" cy="877506"/>
          </a:xfrm>
          <a:prstGeom prst="rect">
            <a:avLst/>
          </a:prstGeom>
        </p:spPr>
        <p:txBody>
          <a:bodyPr>
            <a:noAutofit/>
          </a:bodyPr>
          <a:lstStyle>
            <a:lvl1pPr marL="0" indent="0" algn="l">
              <a:lnSpc>
                <a:spcPts val="1600"/>
              </a:lnSpc>
              <a:spcBef>
                <a:spcPts val="0"/>
              </a:spcBef>
              <a:spcAft>
                <a:spcPts val="0"/>
              </a:spcAft>
              <a:buNone/>
              <a:defRPr sz="1400">
                <a:solidFill>
                  <a:schemeClr val="tx1"/>
                </a:solidFill>
              </a:defRPr>
            </a:lvl1pPr>
            <a:lvl2pPr algn="ctr">
              <a:defRPr/>
            </a:lvl2pPr>
            <a:lvl3pPr algn="ctr">
              <a:defRPr/>
            </a:lvl3pPr>
            <a:lvl4pPr algn="ctr">
              <a:defRPr/>
            </a:lvl4pPr>
            <a:lvl5pPr algn="ctr">
              <a:defRPr/>
            </a:lvl5pPr>
          </a:lstStyle>
          <a:p>
            <a:pPr lvl="0"/>
            <a:r>
              <a:rPr lang="en-US" dirty="0"/>
              <a:t>Click to insert text</a:t>
            </a:r>
          </a:p>
        </p:txBody>
      </p:sp>
      <p:sp>
        <p:nvSpPr>
          <p:cNvPr id="16" name="Text Placeholder 4">
            <a:extLst>
              <a:ext uri="{FF2B5EF4-FFF2-40B4-BE49-F238E27FC236}">
                <a16:creationId xmlns:a16="http://schemas.microsoft.com/office/drawing/2014/main" id="{18921889-E5F8-4A95-B87D-B8F70F301EBF}"/>
              </a:ext>
            </a:extLst>
          </p:cNvPr>
          <p:cNvSpPr>
            <a:spLocks noGrp="1"/>
          </p:cNvSpPr>
          <p:nvPr>
            <p:ph type="body" sz="quarter" idx="29" hasCustomPrompt="1"/>
          </p:nvPr>
        </p:nvSpPr>
        <p:spPr>
          <a:xfrm>
            <a:off x="407988" y="1425213"/>
            <a:ext cx="5543551" cy="412363"/>
          </a:xfrm>
          <a:prstGeom prst="rect">
            <a:avLst/>
          </a:prstGeom>
          <a:noFill/>
        </p:spPr>
        <p:txBody>
          <a:bodyPr anchor="ctr">
            <a:noAutofit/>
          </a:bodyPr>
          <a:lstStyle>
            <a:lvl1pPr marL="0" indent="0" algn="l">
              <a:lnSpc>
                <a:spcPts val="1800"/>
              </a:lnSpc>
              <a:buNone/>
              <a:defRPr sz="1600" b="1">
                <a:solidFill>
                  <a:srgbClr val="2C004B"/>
                </a:solidFill>
              </a:defRPr>
            </a:lvl1pPr>
            <a:lvl2pPr>
              <a:defRPr sz="1400"/>
            </a:lvl2pPr>
            <a:lvl3pPr>
              <a:defRPr sz="1200"/>
            </a:lvl3pPr>
            <a:lvl4pPr>
              <a:defRPr sz="1100"/>
            </a:lvl4pPr>
            <a:lvl5pPr>
              <a:defRPr sz="1100"/>
            </a:lvl5pPr>
          </a:lstStyle>
          <a:p>
            <a:pPr lvl="0"/>
            <a:r>
              <a:rPr lang="en-US" dirty="0"/>
              <a:t>Click to add chart title</a:t>
            </a:r>
          </a:p>
        </p:txBody>
      </p:sp>
      <p:sp>
        <p:nvSpPr>
          <p:cNvPr id="17" name="Text Placeholder 4">
            <a:extLst>
              <a:ext uri="{FF2B5EF4-FFF2-40B4-BE49-F238E27FC236}">
                <a16:creationId xmlns:a16="http://schemas.microsoft.com/office/drawing/2014/main" id="{4C8F9222-BEA9-4C98-B166-CE84A4373ABB}"/>
              </a:ext>
            </a:extLst>
          </p:cNvPr>
          <p:cNvSpPr>
            <a:spLocks noGrp="1"/>
          </p:cNvSpPr>
          <p:nvPr>
            <p:ph type="body" sz="quarter" idx="43" hasCustomPrompt="1"/>
          </p:nvPr>
        </p:nvSpPr>
        <p:spPr>
          <a:xfrm>
            <a:off x="6240463" y="1425213"/>
            <a:ext cx="5543550" cy="412363"/>
          </a:xfrm>
          <a:prstGeom prst="rect">
            <a:avLst/>
          </a:prstGeom>
          <a:noFill/>
        </p:spPr>
        <p:txBody>
          <a:bodyPr anchor="ctr">
            <a:noAutofit/>
          </a:bodyPr>
          <a:lstStyle>
            <a:lvl1pPr marL="0" indent="0" algn="l">
              <a:lnSpc>
                <a:spcPts val="1800"/>
              </a:lnSpc>
              <a:buNone/>
              <a:defRPr sz="1600" b="1">
                <a:solidFill>
                  <a:srgbClr val="2C004B"/>
                </a:solidFill>
              </a:defRPr>
            </a:lvl1pPr>
            <a:lvl2pPr>
              <a:defRPr sz="1400"/>
            </a:lvl2pPr>
            <a:lvl3pPr>
              <a:defRPr sz="1200"/>
            </a:lvl3pPr>
            <a:lvl4pPr>
              <a:defRPr sz="1100"/>
            </a:lvl4pPr>
            <a:lvl5pPr>
              <a:defRPr sz="1100"/>
            </a:lvl5pPr>
          </a:lstStyle>
          <a:p>
            <a:pPr lvl="0"/>
            <a:r>
              <a:rPr lang="en-US" dirty="0"/>
              <a:t>Click to add chart title</a:t>
            </a:r>
          </a:p>
        </p:txBody>
      </p:sp>
      <p:sp>
        <p:nvSpPr>
          <p:cNvPr id="20" name="Chart Placeholder 18">
            <a:extLst>
              <a:ext uri="{FF2B5EF4-FFF2-40B4-BE49-F238E27FC236}">
                <a16:creationId xmlns:a16="http://schemas.microsoft.com/office/drawing/2014/main" id="{23451635-CE35-4FCF-AE8B-C697D2EF714F}"/>
              </a:ext>
            </a:extLst>
          </p:cNvPr>
          <p:cNvSpPr>
            <a:spLocks noGrp="1"/>
          </p:cNvSpPr>
          <p:nvPr>
            <p:ph type="chart" sz="quarter" idx="45"/>
          </p:nvPr>
        </p:nvSpPr>
        <p:spPr>
          <a:xfrm>
            <a:off x="6240463" y="1873622"/>
            <a:ext cx="5543550" cy="3571601"/>
          </a:xfrm>
          <a:prstGeom prst="rect">
            <a:avLst/>
          </a:prstGeom>
        </p:spPr>
        <p:txBody>
          <a:bodyPr anchor="ctr"/>
          <a:lstStyle>
            <a:lvl1pPr marL="0" indent="0" algn="ctr">
              <a:buNone/>
              <a:defRPr sz="2000"/>
            </a:lvl1pPr>
          </a:lstStyle>
          <a:p>
            <a:endParaRPr lang="pt-PT"/>
          </a:p>
        </p:txBody>
      </p:sp>
      <p:sp>
        <p:nvSpPr>
          <p:cNvPr id="9" name="Title Placeholder 1">
            <a:extLst>
              <a:ext uri="{FF2B5EF4-FFF2-40B4-BE49-F238E27FC236}">
                <a16:creationId xmlns:a16="http://schemas.microsoft.com/office/drawing/2014/main" id="{552BBB0A-405D-419D-8BD5-EC8D9F84B795}"/>
              </a:ext>
            </a:extLst>
          </p:cNvPr>
          <p:cNvSpPr txBox="1">
            <a:spLocks/>
          </p:cNvSpPr>
          <p:nvPr userDrawn="1"/>
        </p:nvSpPr>
        <p:spPr>
          <a:xfrm>
            <a:off x="407988" y="404813"/>
            <a:ext cx="10944596" cy="863600"/>
          </a:xfrm>
          <a:prstGeom prst="rect">
            <a:avLst/>
          </a:prstGeom>
        </p:spPr>
        <p:txBody>
          <a:bodyPr vert="horz" lIns="0" tIns="0" rIns="0" bIns="0" rtlCol="0" anchor="t">
            <a:normAutofit/>
          </a:bodyPr>
          <a:lstStyle>
            <a:lvl1pPr algn="l" defTabSz="914400" rtl="0" eaLnBrk="1" latinLnBrk="0" hangingPunct="1">
              <a:lnSpc>
                <a:spcPct val="90000"/>
              </a:lnSpc>
              <a:spcBef>
                <a:spcPct val="0"/>
              </a:spcBef>
              <a:buNone/>
              <a:defRPr lang="pt-PT" sz="2600" kern="1200" dirty="0">
                <a:solidFill>
                  <a:schemeClr val="tx2"/>
                </a:solidFill>
                <a:latin typeface="+mj-lt"/>
                <a:ea typeface="+mj-ea"/>
                <a:cs typeface="+mj-cs"/>
              </a:defRPr>
            </a:lvl1pPr>
          </a:lstStyle>
          <a:p>
            <a:pPr>
              <a:lnSpc>
                <a:spcPts val="3000"/>
              </a:lnSpc>
            </a:pPr>
            <a:r>
              <a:rPr lang="en-US"/>
              <a:t>Click to add title</a:t>
            </a:r>
          </a:p>
        </p:txBody>
      </p:sp>
      <p:sp>
        <p:nvSpPr>
          <p:cNvPr id="11" name="Retângulo 43">
            <a:extLst>
              <a:ext uri="{FF2B5EF4-FFF2-40B4-BE49-F238E27FC236}">
                <a16:creationId xmlns:a16="http://schemas.microsoft.com/office/drawing/2014/main" id="{25FC8637-25BD-4C09-AF25-56B4243DAB3D}"/>
              </a:ext>
            </a:extLst>
          </p:cNvPr>
          <p:cNvSpPr/>
          <p:nvPr userDrawn="1"/>
        </p:nvSpPr>
        <p:spPr>
          <a:xfrm>
            <a:off x="11784013" y="6555758"/>
            <a:ext cx="242375" cy="215444"/>
          </a:xfrm>
          <a:prstGeom prst="rect">
            <a:avLst/>
          </a:prstGeom>
        </p:spPr>
        <p:txBody>
          <a:bodyPr wrap="none">
            <a:spAutoFit/>
          </a:bodyPr>
          <a:lstStyle/>
          <a:p>
            <a:pPr algn="r"/>
            <a:fld id="{0502E5A9-B53C-401E-A0E0-4A359BB0A9E5}" type="slidenum">
              <a:rPr lang="en-US" sz="800" smtClean="0">
                <a:solidFill>
                  <a:prstClr val="black">
                    <a:lumMod val="50000"/>
                    <a:lumOff val="50000"/>
                  </a:prstClr>
                </a:solidFill>
                <a:cs typeface="Arial" panose="020B0604020202020204" pitchFamily="34" charset="0"/>
              </a:rPr>
              <a:t>‹#›</a:t>
            </a:fld>
            <a:endParaRPr lang="en-US" sz="800" dirty="0">
              <a:solidFill>
                <a:prstClr val="black">
                  <a:lumMod val="50000"/>
                  <a:lumOff val="50000"/>
                </a:prstClr>
              </a:solidFill>
              <a:cs typeface="Arial" panose="020B0604020202020204" pitchFamily="34" charset="0"/>
            </a:endParaRPr>
          </a:p>
        </p:txBody>
      </p:sp>
      <p:cxnSp>
        <p:nvCxnSpPr>
          <p:cNvPr id="12"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3283674"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13" name="Rectangle 27">
            <a:hlinkClick r:id="rId2"/>
            <a:extLst>
              <a:ext uri="{FF2B5EF4-FFF2-40B4-BE49-F238E27FC236}">
                <a16:creationId xmlns:a16="http://schemas.microsoft.com/office/drawing/2014/main" id="{F376ABD1-4930-42EB-9A73-9A9C7C6BF2D3}"/>
              </a:ext>
            </a:extLst>
          </p:cNvPr>
          <p:cNvSpPr/>
          <p:nvPr userDrawn="1"/>
        </p:nvSpPr>
        <p:spPr>
          <a:xfrm>
            <a:off x="407988" y="6555971"/>
            <a:ext cx="2829007" cy="219456"/>
          </a:xfrm>
          <a:prstGeom prst="rect">
            <a:avLst/>
          </a:prstGeom>
        </p:spPr>
        <p:txBody>
          <a:bodyPr wrap="square" lIns="0" tIns="0" rIns="0" bIns="0" anchor="ctr" anchorCtr="0">
            <a:noAutofit/>
          </a:bodyPr>
          <a:lstStyle/>
          <a:p>
            <a:pPr lvl="0" algn="l" defTabSz="914400">
              <a:lnSpc>
                <a:spcPct val="85000"/>
              </a:lnSpc>
              <a:defRPr/>
            </a:pPr>
            <a:r>
              <a:rPr lang="en-US" sz="800" kern="0" dirty="0">
                <a:solidFill>
                  <a:srgbClr val="00458D"/>
                </a:solidFill>
                <a:latin typeface="+mj-lt"/>
                <a:cs typeface="Arial" panose="020B0604020202020204" pitchFamily="34" charset="0"/>
              </a:rPr>
              <a:t>Presentation Title | Author | Date</a:t>
            </a:r>
          </a:p>
        </p:txBody>
      </p:sp>
      <p:sp>
        <p:nvSpPr>
          <p:cNvPr id="18" name="Retângulo 43">
            <a:extLst>
              <a:ext uri="{FF2B5EF4-FFF2-40B4-BE49-F238E27FC236}">
                <a16:creationId xmlns:a16="http://schemas.microsoft.com/office/drawing/2014/main" id="{834ADCB4-BFB1-450D-8F6D-64217F4CD92C}"/>
              </a:ext>
            </a:extLst>
          </p:cNvPr>
          <p:cNvSpPr/>
          <p:nvPr userDrawn="1"/>
        </p:nvSpPr>
        <p:spPr>
          <a:xfrm>
            <a:off x="3411379" y="6555758"/>
            <a:ext cx="2223686" cy="219456"/>
          </a:xfrm>
          <a:prstGeom prst="rect">
            <a:avLst/>
          </a:prstGeom>
        </p:spPr>
        <p:txBody>
          <a:bodyPr wrap="none" lIns="0" tIns="0" rIns="0" bIns="0" anchor="ctr">
            <a:noAutofit/>
          </a:bodyPr>
          <a:lstStyle/>
          <a:p>
            <a:pPr algn="l"/>
            <a:r>
              <a:rPr lang="en-US" sz="800" dirty="0">
                <a:solidFill>
                  <a:schemeClr val="bg2">
                    <a:lumMod val="50000"/>
                  </a:schemeClr>
                </a:solidFill>
                <a:cs typeface="Arial" panose="020B0604020202020204" pitchFamily="34" charset="0"/>
              </a:rPr>
              <a:t>© 2017 Capgemini. All rights reserved.</a:t>
            </a:r>
          </a:p>
        </p:txBody>
      </p:sp>
      <p:pic>
        <p:nvPicPr>
          <p:cNvPr id="21" name="Graphic 4">
            <a:extLst>
              <a:ext uri="{FF2B5EF4-FFF2-40B4-BE49-F238E27FC236}">
                <a16:creationId xmlns:a16="http://schemas.microsoft.com/office/drawing/2014/main" id="{25EEA1D4-3AF7-42D7-AE97-AE404AECFAEB}"/>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81836" t="-4713" b="16530"/>
          <a:stretch/>
        </p:blipFill>
        <p:spPr>
          <a:xfrm>
            <a:off x="11547793" y="188640"/>
            <a:ext cx="424356" cy="459624"/>
          </a:xfrm>
          <a:prstGeom prst="rect">
            <a:avLst/>
          </a:prstGeom>
        </p:spPr>
      </p:pic>
    </p:spTree>
    <p:extLst>
      <p:ext uri="{BB962C8B-B14F-4D97-AF65-F5344CB8AC3E}">
        <p14:creationId xmlns:p14="http://schemas.microsoft.com/office/powerpoint/2010/main" val="258162983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Pie chart">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1F7E5A44-800E-4E01-9E39-BE8EDB371110}"/>
              </a:ext>
            </a:extLst>
          </p:cNvPr>
          <p:cNvSpPr/>
          <p:nvPr userDrawn="1"/>
        </p:nvSpPr>
        <p:spPr>
          <a:xfrm>
            <a:off x="6687257" y="0"/>
            <a:ext cx="5504743" cy="6858000"/>
          </a:xfrm>
          <a:prstGeom prst="rect">
            <a:avLst/>
          </a:prstGeom>
          <a:solidFill>
            <a:srgbClr val="E6E7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6" name="Text Placeholder 29">
            <a:extLst>
              <a:ext uri="{FF2B5EF4-FFF2-40B4-BE49-F238E27FC236}">
                <a16:creationId xmlns:a16="http://schemas.microsoft.com/office/drawing/2014/main" id="{115E9009-AF96-42B6-BF89-DC5FFB888C93}"/>
              </a:ext>
            </a:extLst>
          </p:cNvPr>
          <p:cNvSpPr>
            <a:spLocks noGrp="1"/>
          </p:cNvSpPr>
          <p:nvPr>
            <p:ph type="body" sz="quarter" idx="42" hasCustomPrompt="1"/>
          </p:nvPr>
        </p:nvSpPr>
        <p:spPr>
          <a:xfrm>
            <a:off x="7079039" y="1423736"/>
            <a:ext cx="4704974" cy="2801255"/>
          </a:xfrm>
          <a:prstGeom prst="rect">
            <a:avLst/>
          </a:prstGeom>
        </p:spPr>
        <p:txBody>
          <a:bodyPr vert="horz" lIns="0" tIns="0" rIns="0" bIns="0" rtlCol="0">
            <a:noAutofit/>
          </a:bodyPr>
          <a:lstStyle>
            <a:lvl1pPr>
              <a:defRPr lang="en-US" sz="1400" dirty="0"/>
            </a:lvl1pPr>
          </a:lstStyle>
          <a:p>
            <a:pPr lvl="0">
              <a:lnSpc>
                <a:spcPts val="1600"/>
              </a:lnSpc>
              <a:spcAft>
                <a:spcPts val="0"/>
              </a:spcAft>
            </a:pPr>
            <a:r>
              <a:rPr lang="en-US" dirty="0"/>
              <a:t>Click to insert text</a:t>
            </a:r>
          </a:p>
        </p:txBody>
      </p:sp>
      <p:sp>
        <p:nvSpPr>
          <p:cNvPr id="24" name="Text Placeholder 29">
            <a:extLst>
              <a:ext uri="{FF2B5EF4-FFF2-40B4-BE49-F238E27FC236}">
                <a16:creationId xmlns:a16="http://schemas.microsoft.com/office/drawing/2014/main" id="{72FA0387-E1A9-4FE6-B909-3C397FF8EDBE}"/>
              </a:ext>
            </a:extLst>
          </p:cNvPr>
          <p:cNvSpPr>
            <a:spLocks noGrp="1"/>
          </p:cNvSpPr>
          <p:nvPr>
            <p:ph type="body" sz="quarter" idx="44" hasCustomPrompt="1"/>
          </p:nvPr>
        </p:nvSpPr>
        <p:spPr>
          <a:xfrm>
            <a:off x="8062158" y="5568661"/>
            <a:ext cx="2567742" cy="333830"/>
          </a:xfrm>
          <a:prstGeom prst="rect">
            <a:avLst/>
          </a:prstGeom>
        </p:spPr>
        <p:txBody>
          <a:bodyPr anchor="ctr">
            <a:noAutofit/>
          </a:bodyPr>
          <a:lstStyle>
            <a:lvl1pPr marL="0" indent="0" algn="ctr">
              <a:lnSpc>
                <a:spcPts val="1600"/>
              </a:lnSpc>
              <a:spcBef>
                <a:spcPts val="0"/>
              </a:spcBef>
              <a:buNone/>
              <a:defRPr sz="1400" b="1">
                <a:solidFill>
                  <a:schemeClr val="accent2"/>
                </a:solidFill>
              </a:defRPr>
            </a:lvl1pPr>
            <a:lvl2pPr algn="ctr">
              <a:defRPr/>
            </a:lvl2pPr>
            <a:lvl3pPr algn="ctr">
              <a:defRPr/>
            </a:lvl3pPr>
            <a:lvl4pPr algn="ctr">
              <a:defRPr/>
            </a:lvl4pPr>
            <a:lvl5pPr algn="ctr">
              <a:defRPr/>
            </a:lvl5pPr>
          </a:lstStyle>
          <a:p>
            <a:pPr lvl="0"/>
            <a:r>
              <a:rPr lang="en-US" dirty="0"/>
              <a:t>Insert text data</a:t>
            </a:r>
          </a:p>
        </p:txBody>
      </p:sp>
      <p:sp>
        <p:nvSpPr>
          <p:cNvPr id="26" name="Text Placeholder 29">
            <a:extLst>
              <a:ext uri="{FF2B5EF4-FFF2-40B4-BE49-F238E27FC236}">
                <a16:creationId xmlns:a16="http://schemas.microsoft.com/office/drawing/2014/main" id="{932FA6D2-DCA0-45C9-81B6-5EC52C969F94}"/>
              </a:ext>
            </a:extLst>
          </p:cNvPr>
          <p:cNvSpPr>
            <a:spLocks noGrp="1"/>
          </p:cNvSpPr>
          <p:nvPr>
            <p:ph type="body" sz="quarter" idx="45" hasCustomPrompt="1"/>
          </p:nvPr>
        </p:nvSpPr>
        <p:spPr>
          <a:xfrm>
            <a:off x="8062156" y="4581128"/>
            <a:ext cx="2567744" cy="983347"/>
          </a:xfrm>
          <a:prstGeom prst="rect">
            <a:avLst/>
          </a:prstGeom>
        </p:spPr>
        <p:txBody>
          <a:bodyPr anchor="ctr">
            <a:noAutofit/>
          </a:bodyPr>
          <a:lstStyle>
            <a:lvl1pPr marL="0" indent="0" algn="ctr">
              <a:lnSpc>
                <a:spcPts val="3200"/>
              </a:lnSpc>
              <a:spcBef>
                <a:spcPts val="0"/>
              </a:spcBef>
              <a:spcAft>
                <a:spcPts val="0"/>
              </a:spcAft>
              <a:buNone/>
              <a:defRPr sz="2600" b="1">
                <a:solidFill>
                  <a:srgbClr val="2B0A3D"/>
                </a:solidFill>
              </a:defRPr>
            </a:lvl1pPr>
            <a:lvl2pPr algn="ctr">
              <a:defRPr/>
            </a:lvl2pPr>
            <a:lvl3pPr algn="ctr">
              <a:defRPr/>
            </a:lvl3pPr>
            <a:lvl4pPr algn="ctr">
              <a:defRPr/>
            </a:lvl4pPr>
            <a:lvl5pPr algn="ctr">
              <a:defRPr/>
            </a:lvl5pPr>
          </a:lstStyle>
          <a:p>
            <a:pPr lvl="0"/>
            <a:r>
              <a:rPr lang="en-US" dirty="0"/>
              <a:t>Nº</a:t>
            </a:r>
          </a:p>
        </p:txBody>
      </p:sp>
      <p:sp>
        <p:nvSpPr>
          <p:cNvPr id="10" name="Retângulo 43">
            <a:extLst>
              <a:ext uri="{FF2B5EF4-FFF2-40B4-BE49-F238E27FC236}">
                <a16:creationId xmlns:a16="http://schemas.microsoft.com/office/drawing/2014/main" id="{25FC8637-25BD-4C09-AF25-56B4243DAB3D}"/>
              </a:ext>
            </a:extLst>
          </p:cNvPr>
          <p:cNvSpPr/>
          <p:nvPr userDrawn="1"/>
        </p:nvSpPr>
        <p:spPr>
          <a:xfrm>
            <a:off x="11784013" y="6555758"/>
            <a:ext cx="242375" cy="215444"/>
          </a:xfrm>
          <a:prstGeom prst="rect">
            <a:avLst/>
          </a:prstGeom>
        </p:spPr>
        <p:txBody>
          <a:bodyPr wrap="none">
            <a:spAutoFit/>
          </a:bodyPr>
          <a:lstStyle/>
          <a:p>
            <a:pPr algn="r"/>
            <a:fld id="{0502E5A9-B53C-401E-A0E0-4A359BB0A9E5}" type="slidenum">
              <a:rPr lang="en-US" sz="800" smtClean="0">
                <a:solidFill>
                  <a:prstClr val="black">
                    <a:lumMod val="50000"/>
                    <a:lumOff val="50000"/>
                  </a:prstClr>
                </a:solidFill>
                <a:cs typeface="Arial" panose="020B0604020202020204" pitchFamily="34" charset="0"/>
              </a:rPr>
              <a:t>‹#›</a:t>
            </a:fld>
            <a:endParaRPr lang="en-US" sz="800" dirty="0">
              <a:solidFill>
                <a:prstClr val="black">
                  <a:lumMod val="50000"/>
                  <a:lumOff val="50000"/>
                </a:prstClr>
              </a:solidFill>
              <a:cs typeface="Arial" panose="020B0604020202020204" pitchFamily="34" charset="0"/>
            </a:endParaRPr>
          </a:p>
        </p:txBody>
      </p:sp>
      <p:cxnSp>
        <p:nvCxnSpPr>
          <p:cNvPr id="11"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3283674"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12" name="Rectangle 27">
            <a:hlinkClick r:id="rId2"/>
            <a:extLst>
              <a:ext uri="{FF2B5EF4-FFF2-40B4-BE49-F238E27FC236}">
                <a16:creationId xmlns:a16="http://schemas.microsoft.com/office/drawing/2014/main" id="{F376ABD1-4930-42EB-9A73-9A9C7C6BF2D3}"/>
              </a:ext>
            </a:extLst>
          </p:cNvPr>
          <p:cNvSpPr/>
          <p:nvPr userDrawn="1"/>
        </p:nvSpPr>
        <p:spPr>
          <a:xfrm>
            <a:off x="407988" y="6555971"/>
            <a:ext cx="2829007" cy="219456"/>
          </a:xfrm>
          <a:prstGeom prst="rect">
            <a:avLst/>
          </a:prstGeom>
        </p:spPr>
        <p:txBody>
          <a:bodyPr wrap="square" lIns="0" tIns="0" rIns="0" bIns="0" anchor="ctr" anchorCtr="0">
            <a:noAutofit/>
          </a:bodyPr>
          <a:lstStyle/>
          <a:p>
            <a:pPr lvl="0" algn="l" defTabSz="914400">
              <a:lnSpc>
                <a:spcPct val="85000"/>
              </a:lnSpc>
              <a:defRPr/>
            </a:pPr>
            <a:r>
              <a:rPr lang="en-US" sz="800" kern="0" dirty="0">
                <a:solidFill>
                  <a:srgbClr val="00458D"/>
                </a:solidFill>
                <a:latin typeface="+mj-lt"/>
                <a:cs typeface="Arial" panose="020B0604020202020204" pitchFamily="34" charset="0"/>
              </a:rPr>
              <a:t>Presentation Title | Author | Date</a:t>
            </a:r>
          </a:p>
        </p:txBody>
      </p:sp>
      <p:sp>
        <p:nvSpPr>
          <p:cNvPr id="13" name="Retângulo 43">
            <a:extLst>
              <a:ext uri="{FF2B5EF4-FFF2-40B4-BE49-F238E27FC236}">
                <a16:creationId xmlns:a16="http://schemas.microsoft.com/office/drawing/2014/main" id="{834ADCB4-BFB1-450D-8F6D-64217F4CD92C}"/>
              </a:ext>
            </a:extLst>
          </p:cNvPr>
          <p:cNvSpPr/>
          <p:nvPr userDrawn="1"/>
        </p:nvSpPr>
        <p:spPr>
          <a:xfrm>
            <a:off x="3411379" y="6555758"/>
            <a:ext cx="2223686" cy="219456"/>
          </a:xfrm>
          <a:prstGeom prst="rect">
            <a:avLst/>
          </a:prstGeom>
        </p:spPr>
        <p:txBody>
          <a:bodyPr wrap="none" lIns="0" tIns="0" rIns="0" bIns="0" anchor="ctr">
            <a:noAutofit/>
          </a:bodyPr>
          <a:lstStyle/>
          <a:p>
            <a:pPr algn="l"/>
            <a:r>
              <a:rPr lang="en-US" sz="800" dirty="0">
                <a:solidFill>
                  <a:schemeClr val="bg2">
                    <a:lumMod val="50000"/>
                  </a:schemeClr>
                </a:solidFill>
                <a:cs typeface="Arial" panose="020B0604020202020204" pitchFamily="34" charset="0"/>
              </a:rPr>
              <a:t>© 2017 Capgemini. All rights reserved.</a:t>
            </a:r>
          </a:p>
        </p:txBody>
      </p:sp>
      <p:sp>
        <p:nvSpPr>
          <p:cNvPr id="14"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407988" y="404813"/>
            <a:ext cx="10944596" cy="863600"/>
          </a:xfrm>
          <a:prstGeom prst="rect">
            <a:avLst/>
          </a:prstGeom>
        </p:spPr>
        <p:txBody>
          <a:bodyPr vert="horz" lIns="0" tIns="0" rIns="0" bIns="0" rtlCol="0" anchor="t">
            <a:normAutofit/>
          </a:bodyPr>
          <a:lstStyle>
            <a:lvl1pPr>
              <a:defRPr lang="pt-PT" dirty="0"/>
            </a:lvl1pPr>
          </a:lstStyle>
          <a:p>
            <a:pPr lvl="0">
              <a:lnSpc>
                <a:spcPts val="3000"/>
              </a:lnSpc>
            </a:pPr>
            <a:r>
              <a:rPr lang="en-US" dirty="0"/>
              <a:t>Click to add title</a:t>
            </a:r>
            <a:endParaRPr lang="pt-PT" dirty="0"/>
          </a:p>
        </p:txBody>
      </p:sp>
      <p:sp>
        <p:nvSpPr>
          <p:cNvPr id="15" name="Chart Placeholder 18">
            <a:extLst>
              <a:ext uri="{FF2B5EF4-FFF2-40B4-BE49-F238E27FC236}">
                <a16:creationId xmlns:a16="http://schemas.microsoft.com/office/drawing/2014/main" id="{1B2F5493-6162-4AC0-BA43-8D7A7C0FA263}"/>
              </a:ext>
            </a:extLst>
          </p:cNvPr>
          <p:cNvSpPr>
            <a:spLocks noGrp="1"/>
          </p:cNvSpPr>
          <p:nvPr>
            <p:ph type="chart" sz="quarter" idx="46"/>
          </p:nvPr>
        </p:nvSpPr>
        <p:spPr>
          <a:xfrm>
            <a:off x="407988" y="1873622"/>
            <a:ext cx="5543550" cy="3571601"/>
          </a:xfrm>
          <a:prstGeom prst="rect">
            <a:avLst/>
          </a:prstGeom>
        </p:spPr>
        <p:txBody>
          <a:bodyPr anchor="ctr"/>
          <a:lstStyle>
            <a:lvl1pPr marL="0" indent="0" algn="ctr">
              <a:buNone/>
              <a:defRPr sz="2000"/>
            </a:lvl1pPr>
          </a:lstStyle>
          <a:p>
            <a:endParaRPr lang="pt-PT"/>
          </a:p>
        </p:txBody>
      </p:sp>
      <p:sp>
        <p:nvSpPr>
          <p:cNvPr id="17" name="Text Placeholder 29">
            <a:extLst>
              <a:ext uri="{FF2B5EF4-FFF2-40B4-BE49-F238E27FC236}">
                <a16:creationId xmlns:a16="http://schemas.microsoft.com/office/drawing/2014/main" id="{DC134CF2-DCA0-414B-81CC-1ED54BE2F760}"/>
              </a:ext>
            </a:extLst>
          </p:cNvPr>
          <p:cNvSpPr>
            <a:spLocks noGrp="1"/>
          </p:cNvSpPr>
          <p:nvPr>
            <p:ph type="body" sz="quarter" idx="47" hasCustomPrompt="1"/>
          </p:nvPr>
        </p:nvSpPr>
        <p:spPr>
          <a:xfrm>
            <a:off x="407988" y="5575682"/>
            <a:ext cx="5543551" cy="877506"/>
          </a:xfrm>
          <a:prstGeom prst="rect">
            <a:avLst/>
          </a:prstGeom>
        </p:spPr>
        <p:txBody>
          <a:bodyPr>
            <a:noAutofit/>
          </a:bodyPr>
          <a:lstStyle>
            <a:lvl1pPr marL="0" indent="0" algn="l">
              <a:lnSpc>
                <a:spcPts val="1600"/>
              </a:lnSpc>
              <a:spcBef>
                <a:spcPts val="0"/>
              </a:spcBef>
              <a:spcAft>
                <a:spcPts val="0"/>
              </a:spcAft>
              <a:buNone/>
              <a:defRPr sz="1400">
                <a:solidFill>
                  <a:schemeClr val="tx1"/>
                </a:solidFill>
              </a:defRPr>
            </a:lvl1pPr>
            <a:lvl2pPr algn="ctr">
              <a:defRPr/>
            </a:lvl2pPr>
            <a:lvl3pPr algn="ctr">
              <a:defRPr/>
            </a:lvl3pPr>
            <a:lvl4pPr algn="ctr">
              <a:defRPr/>
            </a:lvl4pPr>
            <a:lvl5pPr algn="ctr">
              <a:defRPr/>
            </a:lvl5pPr>
          </a:lstStyle>
          <a:p>
            <a:pPr lvl="0"/>
            <a:r>
              <a:rPr lang="en-US" dirty="0"/>
              <a:t>Click to insert text</a:t>
            </a:r>
          </a:p>
        </p:txBody>
      </p:sp>
      <p:sp>
        <p:nvSpPr>
          <p:cNvPr id="22" name="Text Placeholder 4">
            <a:extLst>
              <a:ext uri="{FF2B5EF4-FFF2-40B4-BE49-F238E27FC236}">
                <a16:creationId xmlns:a16="http://schemas.microsoft.com/office/drawing/2014/main" id="{18921889-E5F8-4A95-B87D-B8F70F301EBF}"/>
              </a:ext>
            </a:extLst>
          </p:cNvPr>
          <p:cNvSpPr>
            <a:spLocks noGrp="1"/>
          </p:cNvSpPr>
          <p:nvPr>
            <p:ph type="body" sz="quarter" idx="29" hasCustomPrompt="1"/>
          </p:nvPr>
        </p:nvSpPr>
        <p:spPr>
          <a:xfrm>
            <a:off x="407988" y="1425213"/>
            <a:ext cx="5543551" cy="412363"/>
          </a:xfrm>
          <a:prstGeom prst="rect">
            <a:avLst/>
          </a:prstGeom>
          <a:noFill/>
        </p:spPr>
        <p:txBody>
          <a:bodyPr anchor="ctr">
            <a:noAutofit/>
          </a:bodyPr>
          <a:lstStyle>
            <a:lvl1pPr marL="0" indent="0" algn="l">
              <a:lnSpc>
                <a:spcPts val="1800"/>
              </a:lnSpc>
              <a:buNone/>
              <a:defRPr sz="1600" b="1">
                <a:solidFill>
                  <a:srgbClr val="2C004B"/>
                </a:solidFill>
              </a:defRPr>
            </a:lvl1pPr>
            <a:lvl2pPr>
              <a:defRPr sz="1400"/>
            </a:lvl2pPr>
            <a:lvl3pPr>
              <a:defRPr sz="1200"/>
            </a:lvl3pPr>
            <a:lvl4pPr>
              <a:defRPr sz="1100"/>
            </a:lvl4pPr>
            <a:lvl5pPr>
              <a:defRPr sz="1100"/>
            </a:lvl5pPr>
          </a:lstStyle>
          <a:p>
            <a:pPr lvl="0"/>
            <a:r>
              <a:rPr lang="en-US" dirty="0"/>
              <a:t>Click to add chart title</a:t>
            </a:r>
          </a:p>
        </p:txBody>
      </p:sp>
    </p:spTree>
    <p:extLst>
      <p:ext uri="{BB962C8B-B14F-4D97-AF65-F5344CB8AC3E}">
        <p14:creationId xmlns:p14="http://schemas.microsoft.com/office/powerpoint/2010/main" val="224741808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18" name="Table Placeholder 17">
            <a:extLst>
              <a:ext uri="{FF2B5EF4-FFF2-40B4-BE49-F238E27FC236}">
                <a16:creationId xmlns:a16="http://schemas.microsoft.com/office/drawing/2014/main" id="{DE5ADCF6-0F9C-4198-AF3A-A4ABB710EACA}"/>
              </a:ext>
            </a:extLst>
          </p:cNvPr>
          <p:cNvSpPr>
            <a:spLocks noGrp="1"/>
          </p:cNvSpPr>
          <p:nvPr>
            <p:ph type="tbl" sz="quarter" idx="10"/>
          </p:nvPr>
        </p:nvSpPr>
        <p:spPr>
          <a:xfrm>
            <a:off x="407987" y="2216150"/>
            <a:ext cx="11376025" cy="4237038"/>
          </a:xfrm>
          <a:prstGeom prst="rect">
            <a:avLst/>
          </a:prstGeom>
        </p:spPr>
        <p:txBody>
          <a:bodyPr anchor="ctr"/>
          <a:lstStyle>
            <a:lvl1pPr marL="0" indent="0" algn="ctr">
              <a:buNone/>
              <a:defRPr/>
            </a:lvl1pPr>
          </a:lstStyle>
          <a:p>
            <a:endParaRPr lang="pt-PT"/>
          </a:p>
        </p:txBody>
      </p:sp>
      <p:sp>
        <p:nvSpPr>
          <p:cNvPr id="5" name="Retângulo 43">
            <a:extLst>
              <a:ext uri="{FF2B5EF4-FFF2-40B4-BE49-F238E27FC236}">
                <a16:creationId xmlns:a16="http://schemas.microsoft.com/office/drawing/2014/main" id="{25FC8637-25BD-4C09-AF25-56B4243DAB3D}"/>
              </a:ext>
            </a:extLst>
          </p:cNvPr>
          <p:cNvSpPr/>
          <p:nvPr userDrawn="1"/>
        </p:nvSpPr>
        <p:spPr>
          <a:xfrm>
            <a:off x="11784013" y="6555758"/>
            <a:ext cx="242375" cy="215444"/>
          </a:xfrm>
          <a:prstGeom prst="rect">
            <a:avLst/>
          </a:prstGeom>
        </p:spPr>
        <p:txBody>
          <a:bodyPr wrap="none">
            <a:spAutoFit/>
          </a:bodyPr>
          <a:lstStyle/>
          <a:p>
            <a:pPr algn="r"/>
            <a:fld id="{0502E5A9-B53C-401E-A0E0-4A359BB0A9E5}" type="slidenum">
              <a:rPr lang="en-US" sz="800" smtClean="0">
                <a:solidFill>
                  <a:prstClr val="black">
                    <a:lumMod val="50000"/>
                    <a:lumOff val="50000"/>
                  </a:prstClr>
                </a:solidFill>
                <a:cs typeface="Arial" panose="020B0604020202020204" pitchFamily="34" charset="0"/>
              </a:rPr>
              <a:t>‹#›</a:t>
            </a:fld>
            <a:endParaRPr lang="en-US" sz="800" dirty="0">
              <a:solidFill>
                <a:prstClr val="black">
                  <a:lumMod val="50000"/>
                  <a:lumOff val="50000"/>
                </a:prstClr>
              </a:solidFill>
              <a:cs typeface="Arial" panose="020B0604020202020204" pitchFamily="34" charset="0"/>
            </a:endParaRPr>
          </a:p>
        </p:txBody>
      </p:sp>
      <p:cxnSp>
        <p:nvCxnSpPr>
          <p:cNvPr id="7"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3283674"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8" name="Rectangle 27">
            <a:hlinkClick r:id="rId2"/>
            <a:extLst>
              <a:ext uri="{FF2B5EF4-FFF2-40B4-BE49-F238E27FC236}">
                <a16:creationId xmlns:a16="http://schemas.microsoft.com/office/drawing/2014/main" id="{F376ABD1-4930-42EB-9A73-9A9C7C6BF2D3}"/>
              </a:ext>
            </a:extLst>
          </p:cNvPr>
          <p:cNvSpPr/>
          <p:nvPr userDrawn="1"/>
        </p:nvSpPr>
        <p:spPr>
          <a:xfrm>
            <a:off x="407988" y="6555971"/>
            <a:ext cx="2829007" cy="219456"/>
          </a:xfrm>
          <a:prstGeom prst="rect">
            <a:avLst/>
          </a:prstGeom>
        </p:spPr>
        <p:txBody>
          <a:bodyPr wrap="square" lIns="0" tIns="0" rIns="0" bIns="0" anchor="ctr" anchorCtr="0">
            <a:noAutofit/>
          </a:bodyPr>
          <a:lstStyle/>
          <a:p>
            <a:pPr lvl="0" algn="l" defTabSz="914400">
              <a:lnSpc>
                <a:spcPct val="85000"/>
              </a:lnSpc>
              <a:defRPr/>
            </a:pPr>
            <a:r>
              <a:rPr lang="en-US" sz="800" kern="0" dirty="0">
                <a:solidFill>
                  <a:srgbClr val="00458D"/>
                </a:solidFill>
                <a:latin typeface="+mj-lt"/>
                <a:cs typeface="Arial" panose="020B0604020202020204" pitchFamily="34" charset="0"/>
              </a:rPr>
              <a:t>Presentation Title | Author | Date</a:t>
            </a:r>
          </a:p>
        </p:txBody>
      </p:sp>
      <p:sp>
        <p:nvSpPr>
          <p:cNvPr id="9" name="Retângulo 43">
            <a:extLst>
              <a:ext uri="{FF2B5EF4-FFF2-40B4-BE49-F238E27FC236}">
                <a16:creationId xmlns:a16="http://schemas.microsoft.com/office/drawing/2014/main" id="{834ADCB4-BFB1-450D-8F6D-64217F4CD92C}"/>
              </a:ext>
            </a:extLst>
          </p:cNvPr>
          <p:cNvSpPr/>
          <p:nvPr userDrawn="1"/>
        </p:nvSpPr>
        <p:spPr>
          <a:xfrm>
            <a:off x="3411379" y="6555758"/>
            <a:ext cx="2223686" cy="219456"/>
          </a:xfrm>
          <a:prstGeom prst="rect">
            <a:avLst/>
          </a:prstGeom>
        </p:spPr>
        <p:txBody>
          <a:bodyPr wrap="none" lIns="0" tIns="0" rIns="0" bIns="0" anchor="ctr">
            <a:noAutofit/>
          </a:bodyPr>
          <a:lstStyle/>
          <a:p>
            <a:pPr algn="l"/>
            <a:r>
              <a:rPr lang="en-US" sz="800" dirty="0">
                <a:solidFill>
                  <a:schemeClr val="bg2">
                    <a:lumMod val="50000"/>
                  </a:schemeClr>
                </a:solidFill>
                <a:cs typeface="Arial" panose="020B0604020202020204" pitchFamily="34" charset="0"/>
              </a:rPr>
              <a:t>© 2017 Capgemini. All rights reserved.</a:t>
            </a:r>
          </a:p>
        </p:txBody>
      </p:sp>
      <p:sp>
        <p:nvSpPr>
          <p:cNvPr id="10"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407988" y="404813"/>
            <a:ext cx="10944596" cy="863600"/>
          </a:xfrm>
          <a:prstGeom prst="rect">
            <a:avLst/>
          </a:prstGeom>
        </p:spPr>
        <p:txBody>
          <a:bodyPr vert="horz" lIns="0" tIns="0" rIns="0" bIns="0" rtlCol="0" anchor="t">
            <a:normAutofit/>
          </a:bodyPr>
          <a:lstStyle>
            <a:lvl1pPr>
              <a:defRPr lang="pt-PT" dirty="0"/>
            </a:lvl1pPr>
          </a:lstStyle>
          <a:p>
            <a:pPr lvl="0">
              <a:lnSpc>
                <a:spcPts val="3000"/>
              </a:lnSpc>
            </a:pPr>
            <a:r>
              <a:rPr lang="en-US" dirty="0"/>
              <a:t>Click to add title</a:t>
            </a:r>
            <a:endParaRPr lang="pt-PT" dirty="0"/>
          </a:p>
        </p:txBody>
      </p:sp>
      <p:sp>
        <p:nvSpPr>
          <p:cNvPr id="11" name="Text Placeholder 29">
            <a:extLst>
              <a:ext uri="{FF2B5EF4-FFF2-40B4-BE49-F238E27FC236}">
                <a16:creationId xmlns:a16="http://schemas.microsoft.com/office/drawing/2014/main" id="{678A8DFD-FC6D-4FCC-9590-B07A391242A9}"/>
              </a:ext>
            </a:extLst>
          </p:cNvPr>
          <p:cNvSpPr>
            <a:spLocks noGrp="1"/>
          </p:cNvSpPr>
          <p:nvPr>
            <p:ph type="body" sz="quarter" idx="16" hasCustomPrompt="1"/>
          </p:nvPr>
        </p:nvSpPr>
        <p:spPr>
          <a:xfrm>
            <a:off x="407988" y="1268413"/>
            <a:ext cx="10944596" cy="504403"/>
          </a:xfrm>
          <a:prstGeom prst="rect">
            <a:avLst/>
          </a:prstGeom>
        </p:spPr>
        <p:txBody>
          <a:bodyPr>
            <a:noAutofit/>
          </a:bodyPr>
          <a:lstStyle>
            <a:lvl1pPr marL="0" indent="0" algn="l">
              <a:lnSpc>
                <a:spcPts val="1400"/>
              </a:lnSpc>
              <a:spcBef>
                <a:spcPts val="0"/>
              </a:spcBef>
              <a:spcAft>
                <a:spcPts val="0"/>
              </a:spcAft>
              <a:buNone/>
              <a:defRPr sz="1200" baseline="0"/>
            </a:lvl1pPr>
            <a:lvl2pPr algn="ctr">
              <a:defRPr/>
            </a:lvl2pPr>
            <a:lvl3pPr algn="ctr">
              <a:defRPr/>
            </a:lvl3pPr>
            <a:lvl4pPr algn="ctr">
              <a:defRPr/>
            </a:lvl4pPr>
            <a:lvl5pPr algn="ctr">
              <a:defRPr/>
            </a:lvl5pPr>
          </a:lstStyle>
          <a:p>
            <a:pPr lvl="0"/>
            <a:r>
              <a:rPr lang="en-US" dirty="0"/>
              <a:t>SmartArt graphic</a:t>
            </a:r>
          </a:p>
        </p:txBody>
      </p:sp>
    </p:spTree>
    <p:extLst>
      <p:ext uri="{BB962C8B-B14F-4D97-AF65-F5344CB8AC3E}">
        <p14:creationId xmlns:p14="http://schemas.microsoft.com/office/powerpoint/2010/main" val="309678845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Map">
    <p:spTree>
      <p:nvGrpSpPr>
        <p:cNvPr id="1" name=""/>
        <p:cNvGrpSpPr/>
        <p:nvPr/>
      </p:nvGrpSpPr>
      <p:grpSpPr>
        <a:xfrm>
          <a:off x="0" y="0"/>
          <a:ext cx="0" cy="0"/>
          <a:chOff x="0" y="0"/>
          <a:chExt cx="0" cy="0"/>
        </a:xfrm>
      </p:grpSpPr>
      <p:sp>
        <p:nvSpPr>
          <p:cNvPr id="63" name="Rectangle 62">
            <a:extLst>
              <a:ext uri="{FF2B5EF4-FFF2-40B4-BE49-F238E27FC236}">
                <a16:creationId xmlns:a16="http://schemas.microsoft.com/office/drawing/2014/main" id="{67E21435-78AE-465F-A49A-B06594889D38}"/>
              </a:ext>
            </a:extLst>
          </p:cNvPr>
          <p:cNvSpPr/>
          <p:nvPr userDrawn="1"/>
        </p:nvSpPr>
        <p:spPr>
          <a:xfrm>
            <a:off x="9363909" y="0"/>
            <a:ext cx="282809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26" name="Text Placeholder 29">
            <a:extLst>
              <a:ext uri="{FF2B5EF4-FFF2-40B4-BE49-F238E27FC236}">
                <a16:creationId xmlns:a16="http://schemas.microsoft.com/office/drawing/2014/main" id="{09D3E9EE-291C-4AC0-8D9C-7436CFEE0FB8}"/>
              </a:ext>
            </a:extLst>
          </p:cNvPr>
          <p:cNvSpPr>
            <a:spLocks noGrp="1"/>
          </p:cNvSpPr>
          <p:nvPr>
            <p:ph type="body" sz="quarter" idx="42" hasCustomPrompt="1"/>
          </p:nvPr>
        </p:nvSpPr>
        <p:spPr>
          <a:xfrm>
            <a:off x="9858635" y="2151875"/>
            <a:ext cx="917885" cy="439923"/>
          </a:xfrm>
          <a:prstGeom prst="rect">
            <a:avLst/>
          </a:prstGeom>
        </p:spPr>
        <p:txBody>
          <a:bodyPr>
            <a:noAutofit/>
          </a:bodyPr>
          <a:lstStyle>
            <a:lvl1pPr marL="0" indent="0" algn="ctr">
              <a:lnSpc>
                <a:spcPct val="100000"/>
              </a:lnSpc>
              <a:spcBef>
                <a:spcPts val="0"/>
              </a:spcBef>
              <a:buNone/>
              <a:defRPr sz="1100">
                <a:solidFill>
                  <a:schemeClr val="tx1"/>
                </a:solidFill>
              </a:defRPr>
            </a:lvl1pPr>
            <a:lvl2pPr algn="ctr">
              <a:defRPr/>
            </a:lvl2pPr>
            <a:lvl3pPr algn="ctr">
              <a:defRPr/>
            </a:lvl3pPr>
            <a:lvl4pPr algn="ctr">
              <a:defRPr/>
            </a:lvl4pPr>
            <a:lvl5pPr algn="ctr">
              <a:defRPr/>
            </a:lvl5pPr>
          </a:lstStyle>
          <a:p>
            <a:pPr lvl="0"/>
            <a:r>
              <a:rPr lang="en-US" dirty="0"/>
              <a:t>Click to insert text</a:t>
            </a:r>
          </a:p>
        </p:txBody>
      </p:sp>
      <p:cxnSp>
        <p:nvCxnSpPr>
          <p:cNvPr id="6" name="Conector reto 49">
            <a:extLst>
              <a:ext uri="{FF2B5EF4-FFF2-40B4-BE49-F238E27FC236}">
                <a16:creationId xmlns:a16="http://schemas.microsoft.com/office/drawing/2014/main" id="{47863E65-2400-4211-A634-25391108062D}"/>
              </a:ext>
            </a:extLst>
          </p:cNvPr>
          <p:cNvCxnSpPr>
            <a:cxnSpLocks/>
          </p:cNvCxnSpPr>
          <p:nvPr/>
        </p:nvCxnSpPr>
        <p:spPr>
          <a:xfrm>
            <a:off x="10836130" y="1828984"/>
            <a:ext cx="0" cy="3739014"/>
          </a:xfrm>
          <a:prstGeom prst="line">
            <a:avLst/>
          </a:prstGeom>
          <a:solidFill>
            <a:schemeClr val="tx1"/>
          </a:solidFill>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8" name="Text Placeholder 29">
            <a:extLst>
              <a:ext uri="{FF2B5EF4-FFF2-40B4-BE49-F238E27FC236}">
                <a16:creationId xmlns:a16="http://schemas.microsoft.com/office/drawing/2014/main" id="{637A42F6-A0B8-4DEF-AE56-7743C3C89A3A}"/>
              </a:ext>
            </a:extLst>
          </p:cNvPr>
          <p:cNvSpPr>
            <a:spLocks noGrp="1"/>
          </p:cNvSpPr>
          <p:nvPr>
            <p:ph type="body" sz="quarter" idx="43" hasCustomPrompt="1"/>
          </p:nvPr>
        </p:nvSpPr>
        <p:spPr>
          <a:xfrm>
            <a:off x="10873669" y="2151875"/>
            <a:ext cx="917885" cy="439923"/>
          </a:xfrm>
          <a:prstGeom prst="rect">
            <a:avLst/>
          </a:prstGeom>
        </p:spPr>
        <p:txBody>
          <a:bodyPr>
            <a:noAutofit/>
          </a:bodyPr>
          <a:lstStyle>
            <a:lvl1pPr marL="0" indent="0" algn="ctr">
              <a:lnSpc>
                <a:spcPct val="100000"/>
              </a:lnSpc>
              <a:spcBef>
                <a:spcPts val="0"/>
              </a:spcBef>
              <a:buNone/>
              <a:defRPr sz="1100">
                <a:solidFill>
                  <a:schemeClr val="tx1"/>
                </a:solidFill>
              </a:defRPr>
            </a:lvl1pPr>
            <a:lvl2pPr algn="ctr">
              <a:defRPr/>
            </a:lvl2pPr>
            <a:lvl3pPr algn="ctr">
              <a:defRPr/>
            </a:lvl3pPr>
            <a:lvl4pPr algn="ctr">
              <a:defRPr/>
            </a:lvl4pPr>
            <a:lvl5pPr algn="ctr">
              <a:defRPr/>
            </a:lvl5pPr>
          </a:lstStyle>
          <a:p>
            <a:pPr lvl="0"/>
            <a:r>
              <a:rPr lang="en-US" dirty="0"/>
              <a:t>Click to insert text</a:t>
            </a:r>
          </a:p>
        </p:txBody>
      </p:sp>
      <p:sp>
        <p:nvSpPr>
          <p:cNvPr id="29" name="Text Placeholder 29">
            <a:extLst>
              <a:ext uri="{FF2B5EF4-FFF2-40B4-BE49-F238E27FC236}">
                <a16:creationId xmlns:a16="http://schemas.microsoft.com/office/drawing/2014/main" id="{5D26050F-BE0E-45C7-BF16-4B401065CDD7}"/>
              </a:ext>
            </a:extLst>
          </p:cNvPr>
          <p:cNvSpPr>
            <a:spLocks noGrp="1"/>
          </p:cNvSpPr>
          <p:nvPr>
            <p:ph type="body" sz="quarter" idx="44" hasCustomPrompt="1"/>
          </p:nvPr>
        </p:nvSpPr>
        <p:spPr>
          <a:xfrm>
            <a:off x="9858635" y="2924944"/>
            <a:ext cx="917885" cy="439923"/>
          </a:xfrm>
          <a:prstGeom prst="rect">
            <a:avLst/>
          </a:prstGeom>
        </p:spPr>
        <p:txBody>
          <a:bodyPr>
            <a:noAutofit/>
          </a:bodyPr>
          <a:lstStyle>
            <a:lvl1pPr marL="0" indent="0" algn="ctr">
              <a:lnSpc>
                <a:spcPct val="100000"/>
              </a:lnSpc>
              <a:spcBef>
                <a:spcPts val="0"/>
              </a:spcBef>
              <a:buNone/>
              <a:defRPr sz="1100">
                <a:solidFill>
                  <a:schemeClr val="tx1"/>
                </a:solidFill>
              </a:defRPr>
            </a:lvl1pPr>
            <a:lvl2pPr algn="ctr">
              <a:defRPr/>
            </a:lvl2pPr>
            <a:lvl3pPr algn="ctr">
              <a:defRPr/>
            </a:lvl3pPr>
            <a:lvl4pPr algn="ctr">
              <a:defRPr/>
            </a:lvl4pPr>
            <a:lvl5pPr algn="ctr">
              <a:defRPr/>
            </a:lvl5pPr>
          </a:lstStyle>
          <a:p>
            <a:pPr lvl="0"/>
            <a:r>
              <a:rPr lang="en-US" dirty="0"/>
              <a:t>Click to insert text</a:t>
            </a:r>
          </a:p>
        </p:txBody>
      </p:sp>
      <p:sp>
        <p:nvSpPr>
          <p:cNvPr id="30" name="Text Placeholder 29">
            <a:extLst>
              <a:ext uri="{FF2B5EF4-FFF2-40B4-BE49-F238E27FC236}">
                <a16:creationId xmlns:a16="http://schemas.microsoft.com/office/drawing/2014/main" id="{DAFF5EB0-EE62-4C80-9262-D5EB89300B31}"/>
              </a:ext>
            </a:extLst>
          </p:cNvPr>
          <p:cNvSpPr>
            <a:spLocks noGrp="1"/>
          </p:cNvSpPr>
          <p:nvPr>
            <p:ph type="body" sz="quarter" idx="45" hasCustomPrompt="1"/>
          </p:nvPr>
        </p:nvSpPr>
        <p:spPr>
          <a:xfrm>
            <a:off x="10873669" y="2924944"/>
            <a:ext cx="917885" cy="439923"/>
          </a:xfrm>
          <a:prstGeom prst="rect">
            <a:avLst/>
          </a:prstGeom>
        </p:spPr>
        <p:txBody>
          <a:bodyPr>
            <a:noAutofit/>
          </a:bodyPr>
          <a:lstStyle>
            <a:lvl1pPr marL="0" indent="0" algn="ctr">
              <a:lnSpc>
                <a:spcPct val="100000"/>
              </a:lnSpc>
              <a:spcBef>
                <a:spcPts val="0"/>
              </a:spcBef>
              <a:buNone/>
              <a:defRPr sz="1100">
                <a:solidFill>
                  <a:schemeClr val="tx1"/>
                </a:solidFill>
              </a:defRPr>
            </a:lvl1pPr>
            <a:lvl2pPr algn="ctr">
              <a:defRPr/>
            </a:lvl2pPr>
            <a:lvl3pPr algn="ctr">
              <a:defRPr/>
            </a:lvl3pPr>
            <a:lvl4pPr algn="ctr">
              <a:defRPr/>
            </a:lvl4pPr>
            <a:lvl5pPr algn="ctr">
              <a:defRPr/>
            </a:lvl5pPr>
          </a:lstStyle>
          <a:p>
            <a:pPr lvl="0"/>
            <a:r>
              <a:rPr lang="en-US" dirty="0"/>
              <a:t>Click to insert text</a:t>
            </a:r>
          </a:p>
        </p:txBody>
      </p:sp>
      <p:sp>
        <p:nvSpPr>
          <p:cNvPr id="31" name="Text Placeholder 29">
            <a:extLst>
              <a:ext uri="{FF2B5EF4-FFF2-40B4-BE49-F238E27FC236}">
                <a16:creationId xmlns:a16="http://schemas.microsoft.com/office/drawing/2014/main" id="{1D2E2610-A39A-4ABB-B9B0-3E64FB2B1FD2}"/>
              </a:ext>
            </a:extLst>
          </p:cNvPr>
          <p:cNvSpPr>
            <a:spLocks noGrp="1"/>
          </p:cNvSpPr>
          <p:nvPr>
            <p:ph type="body" sz="quarter" idx="46" hasCustomPrompt="1"/>
          </p:nvPr>
        </p:nvSpPr>
        <p:spPr>
          <a:xfrm>
            <a:off x="9858635" y="3717032"/>
            <a:ext cx="917885" cy="439923"/>
          </a:xfrm>
          <a:prstGeom prst="rect">
            <a:avLst/>
          </a:prstGeom>
        </p:spPr>
        <p:txBody>
          <a:bodyPr>
            <a:noAutofit/>
          </a:bodyPr>
          <a:lstStyle>
            <a:lvl1pPr marL="0" indent="0" algn="ctr">
              <a:lnSpc>
                <a:spcPct val="100000"/>
              </a:lnSpc>
              <a:spcBef>
                <a:spcPts val="0"/>
              </a:spcBef>
              <a:buNone/>
              <a:defRPr sz="1100">
                <a:solidFill>
                  <a:schemeClr val="tx1"/>
                </a:solidFill>
              </a:defRPr>
            </a:lvl1pPr>
            <a:lvl2pPr algn="ctr">
              <a:defRPr/>
            </a:lvl2pPr>
            <a:lvl3pPr algn="ctr">
              <a:defRPr/>
            </a:lvl3pPr>
            <a:lvl4pPr algn="ctr">
              <a:defRPr/>
            </a:lvl4pPr>
            <a:lvl5pPr algn="ctr">
              <a:defRPr/>
            </a:lvl5pPr>
          </a:lstStyle>
          <a:p>
            <a:pPr lvl="0"/>
            <a:r>
              <a:rPr lang="en-US" dirty="0"/>
              <a:t>Click to insert text</a:t>
            </a:r>
          </a:p>
        </p:txBody>
      </p:sp>
      <p:sp>
        <p:nvSpPr>
          <p:cNvPr id="32" name="Text Placeholder 29">
            <a:extLst>
              <a:ext uri="{FF2B5EF4-FFF2-40B4-BE49-F238E27FC236}">
                <a16:creationId xmlns:a16="http://schemas.microsoft.com/office/drawing/2014/main" id="{7FEBB00E-E460-421E-A98D-4E1A8813E933}"/>
              </a:ext>
            </a:extLst>
          </p:cNvPr>
          <p:cNvSpPr>
            <a:spLocks noGrp="1"/>
          </p:cNvSpPr>
          <p:nvPr>
            <p:ph type="body" sz="quarter" idx="47" hasCustomPrompt="1"/>
          </p:nvPr>
        </p:nvSpPr>
        <p:spPr>
          <a:xfrm>
            <a:off x="10873669" y="3717032"/>
            <a:ext cx="917885" cy="439923"/>
          </a:xfrm>
          <a:prstGeom prst="rect">
            <a:avLst/>
          </a:prstGeom>
        </p:spPr>
        <p:txBody>
          <a:bodyPr>
            <a:noAutofit/>
          </a:bodyPr>
          <a:lstStyle>
            <a:lvl1pPr marL="0" indent="0" algn="ctr">
              <a:lnSpc>
                <a:spcPct val="100000"/>
              </a:lnSpc>
              <a:spcBef>
                <a:spcPts val="0"/>
              </a:spcBef>
              <a:buNone/>
              <a:defRPr sz="1100">
                <a:solidFill>
                  <a:schemeClr val="tx1"/>
                </a:solidFill>
              </a:defRPr>
            </a:lvl1pPr>
            <a:lvl2pPr algn="ctr">
              <a:defRPr/>
            </a:lvl2pPr>
            <a:lvl3pPr algn="ctr">
              <a:defRPr/>
            </a:lvl3pPr>
            <a:lvl4pPr algn="ctr">
              <a:defRPr/>
            </a:lvl4pPr>
            <a:lvl5pPr algn="ctr">
              <a:defRPr/>
            </a:lvl5pPr>
          </a:lstStyle>
          <a:p>
            <a:pPr lvl="0"/>
            <a:r>
              <a:rPr lang="en-US" dirty="0"/>
              <a:t>Click to insert text</a:t>
            </a:r>
          </a:p>
        </p:txBody>
      </p:sp>
      <p:sp>
        <p:nvSpPr>
          <p:cNvPr id="36" name="Text Placeholder 29">
            <a:extLst>
              <a:ext uri="{FF2B5EF4-FFF2-40B4-BE49-F238E27FC236}">
                <a16:creationId xmlns:a16="http://schemas.microsoft.com/office/drawing/2014/main" id="{FAFB67F4-E060-49A7-B606-E1DBD3BADB1E}"/>
              </a:ext>
            </a:extLst>
          </p:cNvPr>
          <p:cNvSpPr>
            <a:spLocks noGrp="1"/>
          </p:cNvSpPr>
          <p:nvPr>
            <p:ph type="body" sz="quarter" idx="48" hasCustomPrompt="1"/>
          </p:nvPr>
        </p:nvSpPr>
        <p:spPr>
          <a:xfrm>
            <a:off x="9858635" y="4521820"/>
            <a:ext cx="917885" cy="439923"/>
          </a:xfrm>
          <a:prstGeom prst="rect">
            <a:avLst/>
          </a:prstGeom>
        </p:spPr>
        <p:txBody>
          <a:bodyPr>
            <a:noAutofit/>
          </a:bodyPr>
          <a:lstStyle>
            <a:lvl1pPr marL="0" indent="0" algn="ctr">
              <a:lnSpc>
                <a:spcPct val="100000"/>
              </a:lnSpc>
              <a:spcBef>
                <a:spcPts val="0"/>
              </a:spcBef>
              <a:buNone/>
              <a:defRPr sz="1100">
                <a:solidFill>
                  <a:schemeClr val="tx1"/>
                </a:solidFill>
              </a:defRPr>
            </a:lvl1pPr>
            <a:lvl2pPr algn="ctr">
              <a:defRPr/>
            </a:lvl2pPr>
            <a:lvl3pPr algn="ctr">
              <a:defRPr/>
            </a:lvl3pPr>
            <a:lvl4pPr algn="ctr">
              <a:defRPr/>
            </a:lvl4pPr>
            <a:lvl5pPr algn="ctr">
              <a:defRPr/>
            </a:lvl5pPr>
          </a:lstStyle>
          <a:p>
            <a:pPr lvl="0"/>
            <a:r>
              <a:rPr lang="en-US" dirty="0"/>
              <a:t>Click to insert text</a:t>
            </a:r>
          </a:p>
        </p:txBody>
      </p:sp>
      <p:sp>
        <p:nvSpPr>
          <p:cNvPr id="37" name="Text Placeholder 29">
            <a:extLst>
              <a:ext uri="{FF2B5EF4-FFF2-40B4-BE49-F238E27FC236}">
                <a16:creationId xmlns:a16="http://schemas.microsoft.com/office/drawing/2014/main" id="{DB43EC2B-27E8-42E4-B1FE-B643A64496E9}"/>
              </a:ext>
            </a:extLst>
          </p:cNvPr>
          <p:cNvSpPr>
            <a:spLocks noGrp="1"/>
          </p:cNvSpPr>
          <p:nvPr>
            <p:ph type="body" sz="quarter" idx="49" hasCustomPrompt="1"/>
          </p:nvPr>
        </p:nvSpPr>
        <p:spPr>
          <a:xfrm>
            <a:off x="10873669" y="4521820"/>
            <a:ext cx="917885" cy="439923"/>
          </a:xfrm>
          <a:prstGeom prst="rect">
            <a:avLst/>
          </a:prstGeom>
        </p:spPr>
        <p:txBody>
          <a:bodyPr>
            <a:noAutofit/>
          </a:bodyPr>
          <a:lstStyle>
            <a:lvl1pPr marL="0" indent="0" algn="ctr">
              <a:lnSpc>
                <a:spcPct val="100000"/>
              </a:lnSpc>
              <a:spcBef>
                <a:spcPts val="0"/>
              </a:spcBef>
              <a:buNone/>
              <a:defRPr sz="1100">
                <a:solidFill>
                  <a:schemeClr val="tx1"/>
                </a:solidFill>
              </a:defRPr>
            </a:lvl1pPr>
            <a:lvl2pPr algn="ctr">
              <a:defRPr/>
            </a:lvl2pPr>
            <a:lvl3pPr algn="ctr">
              <a:defRPr/>
            </a:lvl3pPr>
            <a:lvl4pPr algn="ctr">
              <a:defRPr/>
            </a:lvl4pPr>
            <a:lvl5pPr algn="ctr">
              <a:defRPr/>
            </a:lvl5pPr>
          </a:lstStyle>
          <a:p>
            <a:pPr lvl="0"/>
            <a:r>
              <a:rPr lang="en-US" dirty="0"/>
              <a:t>Click to insert text</a:t>
            </a:r>
          </a:p>
        </p:txBody>
      </p:sp>
      <p:sp>
        <p:nvSpPr>
          <p:cNvPr id="38" name="Text Placeholder 29">
            <a:extLst>
              <a:ext uri="{FF2B5EF4-FFF2-40B4-BE49-F238E27FC236}">
                <a16:creationId xmlns:a16="http://schemas.microsoft.com/office/drawing/2014/main" id="{2227CA6E-59E3-4FDF-9ED6-1407D9E2902E}"/>
              </a:ext>
            </a:extLst>
          </p:cNvPr>
          <p:cNvSpPr>
            <a:spLocks noGrp="1"/>
          </p:cNvSpPr>
          <p:nvPr>
            <p:ph type="body" sz="quarter" idx="50" hasCustomPrompt="1"/>
          </p:nvPr>
        </p:nvSpPr>
        <p:spPr>
          <a:xfrm>
            <a:off x="9858635" y="5301208"/>
            <a:ext cx="917885" cy="439923"/>
          </a:xfrm>
          <a:prstGeom prst="rect">
            <a:avLst/>
          </a:prstGeom>
        </p:spPr>
        <p:txBody>
          <a:bodyPr>
            <a:noAutofit/>
          </a:bodyPr>
          <a:lstStyle>
            <a:lvl1pPr marL="0" indent="0" algn="ctr">
              <a:lnSpc>
                <a:spcPct val="100000"/>
              </a:lnSpc>
              <a:spcBef>
                <a:spcPts val="0"/>
              </a:spcBef>
              <a:buNone/>
              <a:defRPr sz="1100">
                <a:solidFill>
                  <a:schemeClr val="tx1"/>
                </a:solidFill>
              </a:defRPr>
            </a:lvl1pPr>
            <a:lvl2pPr algn="ctr">
              <a:defRPr/>
            </a:lvl2pPr>
            <a:lvl3pPr algn="ctr">
              <a:defRPr/>
            </a:lvl3pPr>
            <a:lvl4pPr algn="ctr">
              <a:defRPr/>
            </a:lvl4pPr>
            <a:lvl5pPr algn="ctr">
              <a:defRPr/>
            </a:lvl5pPr>
          </a:lstStyle>
          <a:p>
            <a:pPr lvl="0"/>
            <a:r>
              <a:rPr lang="en-US" dirty="0"/>
              <a:t>Click to insert text</a:t>
            </a:r>
          </a:p>
        </p:txBody>
      </p:sp>
      <p:sp>
        <p:nvSpPr>
          <p:cNvPr id="39" name="Text Placeholder 29">
            <a:extLst>
              <a:ext uri="{FF2B5EF4-FFF2-40B4-BE49-F238E27FC236}">
                <a16:creationId xmlns:a16="http://schemas.microsoft.com/office/drawing/2014/main" id="{05CECC09-5520-4F91-918B-395F23E6E9B7}"/>
              </a:ext>
            </a:extLst>
          </p:cNvPr>
          <p:cNvSpPr>
            <a:spLocks noGrp="1"/>
          </p:cNvSpPr>
          <p:nvPr>
            <p:ph type="body" sz="quarter" idx="51" hasCustomPrompt="1"/>
          </p:nvPr>
        </p:nvSpPr>
        <p:spPr>
          <a:xfrm>
            <a:off x="10873669" y="5301208"/>
            <a:ext cx="917885" cy="439923"/>
          </a:xfrm>
          <a:prstGeom prst="rect">
            <a:avLst/>
          </a:prstGeom>
        </p:spPr>
        <p:txBody>
          <a:bodyPr>
            <a:noAutofit/>
          </a:bodyPr>
          <a:lstStyle>
            <a:lvl1pPr marL="0" indent="0" algn="ctr">
              <a:lnSpc>
                <a:spcPct val="100000"/>
              </a:lnSpc>
              <a:spcBef>
                <a:spcPts val="0"/>
              </a:spcBef>
              <a:buNone/>
              <a:defRPr sz="1100">
                <a:solidFill>
                  <a:schemeClr val="tx1"/>
                </a:solidFill>
              </a:defRPr>
            </a:lvl1pPr>
            <a:lvl2pPr algn="ctr">
              <a:defRPr/>
            </a:lvl2pPr>
            <a:lvl3pPr algn="ctr">
              <a:defRPr/>
            </a:lvl3pPr>
            <a:lvl4pPr algn="ctr">
              <a:defRPr/>
            </a:lvl4pPr>
            <a:lvl5pPr algn="ctr">
              <a:defRPr/>
            </a:lvl5pPr>
          </a:lstStyle>
          <a:p>
            <a:pPr lvl="0"/>
            <a:r>
              <a:rPr lang="en-US" dirty="0"/>
              <a:t>Click to insert text</a:t>
            </a:r>
          </a:p>
        </p:txBody>
      </p:sp>
      <p:sp>
        <p:nvSpPr>
          <p:cNvPr id="15" name="Retângulo 43">
            <a:extLst>
              <a:ext uri="{FF2B5EF4-FFF2-40B4-BE49-F238E27FC236}">
                <a16:creationId xmlns:a16="http://schemas.microsoft.com/office/drawing/2014/main" id="{25FC8637-25BD-4C09-AF25-56B4243DAB3D}"/>
              </a:ext>
            </a:extLst>
          </p:cNvPr>
          <p:cNvSpPr/>
          <p:nvPr userDrawn="1"/>
        </p:nvSpPr>
        <p:spPr>
          <a:xfrm>
            <a:off x="11784013" y="6555758"/>
            <a:ext cx="242375" cy="215444"/>
          </a:xfrm>
          <a:prstGeom prst="rect">
            <a:avLst/>
          </a:prstGeom>
        </p:spPr>
        <p:txBody>
          <a:bodyPr wrap="none">
            <a:spAutoFit/>
          </a:bodyPr>
          <a:lstStyle/>
          <a:p>
            <a:pPr algn="r"/>
            <a:fld id="{0502E5A9-B53C-401E-A0E0-4A359BB0A9E5}" type="slidenum">
              <a:rPr lang="en-US" sz="800" smtClean="0">
                <a:solidFill>
                  <a:prstClr val="black">
                    <a:lumMod val="50000"/>
                    <a:lumOff val="50000"/>
                  </a:prstClr>
                </a:solidFill>
                <a:cs typeface="Arial" panose="020B0604020202020204" pitchFamily="34" charset="0"/>
              </a:rPr>
              <a:t>‹#›</a:t>
            </a:fld>
            <a:endParaRPr lang="en-US" sz="800" dirty="0">
              <a:solidFill>
                <a:prstClr val="black">
                  <a:lumMod val="50000"/>
                  <a:lumOff val="50000"/>
                </a:prstClr>
              </a:solidFill>
              <a:cs typeface="Arial" panose="020B0604020202020204" pitchFamily="34" charset="0"/>
            </a:endParaRPr>
          </a:p>
        </p:txBody>
      </p:sp>
      <p:cxnSp>
        <p:nvCxnSpPr>
          <p:cNvPr id="16"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3283674"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17" name="Rectangle 27">
            <a:hlinkClick r:id="rId2"/>
            <a:extLst>
              <a:ext uri="{FF2B5EF4-FFF2-40B4-BE49-F238E27FC236}">
                <a16:creationId xmlns:a16="http://schemas.microsoft.com/office/drawing/2014/main" id="{F376ABD1-4930-42EB-9A73-9A9C7C6BF2D3}"/>
              </a:ext>
            </a:extLst>
          </p:cNvPr>
          <p:cNvSpPr/>
          <p:nvPr userDrawn="1"/>
        </p:nvSpPr>
        <p:spPr>
          <a:xfrm>
            <a:off x="407988" y="6555971"/>
            <a:ext cx="2829007" cy="219456"/>
          </a:xfrm>
          <a:prstGeom prst="rect">
            <a:avLst/>
          </a:prstGeom>
        </p:spPr>
        <p:txBody>
          <a:bodyPr wrap="square" lIns="0" tIns="0" rIns="0" bIns="0" anchor="ctr" anchorCtr="0">
            <a:noAutofit/>
          </a:bodyPr>
          <a:lstStyle/>
          <a:p>
            <a:pPr lvl="0" algn="l" defTabSz="914400">
              <a:lnSpc>
                <a:spcPct val="85000"/>
              </a:lnSpc>
              <a:defRPr/>
            </a:pPr>
            <a:r>
              <a:rPr lang="en-US" sz="800" kern="0" dirty="0">
                <a:solidFill>
                  <a:srgbClr val="00458D"/>
                </a:solidFill>
                <a:latin typeface="+mj-lt"/>
                <a:cs typeface="Arial" panose="020B0604020202020204" pitchFamily="34" charset="0"/>
              </a:rPr>
              <a:t>Presentation Title | Author | Date</a:t>
            </a:r>
          </a:p>
        </p:txBody>
      </p:sp>
      <p:sp>
        <p:nvSpPr>
          <p:cNvPr id="18" name="Retângulo 43">
            <a:extLst>
              <a:ext uri="{FF2B5EF4-FFF2-40B4-BE49-F238E27FC236}">
                <a16:creationId xmlns:a16="http://schemas.microsoft.com/office/drawing/2014/main" id="{834ADCB4-BFB1-450D-8F6D-64217F4CD92C}"/>
              </a:ext>
            </a:extLst>
          </p:cNvPr>
          <p:cNvSpPr/>
          <p:nvPr userDrawn="1"/>
        </p:nvSpPr>
        <p:spPr>
          <a:xfrm>
            <a:off x="3411379" y="6555758"/>
            <a:ext cx="2223686" cy="219456"/>
          </a:xfrm>
          <a:prstGeom prst="rect">
            <a:avLst/>
          </a:prstGeom>
        </p:spPr>
        <p:txBody>
          <a:bodyPr wrap="none" lIns="0" tIns="0" rIns="0" bIns="0" anchor="ctr">
            <a:noAutofit/>
          </a:bodyPr>
          <a:lstStyle/>
          <a:p>
            <a:pPr algn="l"/>
            <a:r>
              <a:rPr lang="en-US" sz="800" dirty="0">
                <a:solidFill>
                  <a:schemeClr val="bg2">
                    <a:lumMod val="50000"/>
                  </a:schemeClr>
                </a:solidFill>
                <a:cs typeface="Arial" panose="020B0604020202020204" pitchFamily="34" charset="0"/>
              </a:rPr>
              <a:t>© 2017 Capgemini. All rights reserved.</a:t>
            </a:r>
          </a:p>
        </p:txBody>
      </p:sp>
      <p:sp>
        <p:nvSpPr>
          <p:cNvPr id="19"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407988" y="404813"/>
            <a:ext cx="10944596" cy="863600"/>
          </a:xfrm>
          <a:prstGeom prst="rect">
            <a:avLst/>
          </a:prstGeom>
        </p:spPr>
        <p:txBody>
          <a:bodyPr vert="horz" lIns="0" tIns="0" rIns="0" bIns="0" rtlCol="0" anchor="t">
            <a:normAutofit/>
          </a:bodyPr>
          <a:lstStyle>
            <a:lvl1pPr>
              <a:defRPr lang="pt-PT" dirty="0"/>
            </a:lvl1pPr>
          </a:lstStyle>
          <a:p>
            <a:pPr lvl="0">
              <a:lnSpc>
                <a:spcPts val="3000"/>
              </a:lnSpc>
            </a:pPr>
            <a:r>
              <a:rPr lang="en-US" dirty="0"/>
              <a:t>Click to add title</a:t>
            </a:r>
            <a:endParaRPr lang="pt-PT" dirty="0"/>
          </a:p>
        </p:txBody>
      </p:sp>
      <p:pic>
        <p:nvPicPr>
          <p:cNvPr id="20" name="Graphic 4">
            <a:extLst>
              <a:ext uri="{FF2B5EF4-FFF2-40B4-BE49-F238E27FC236}">
                <a16:creationId xmlns:a16="http://schemas.microsoft.com/office/drawing/2014/main" id="{25EEA1D4-3AF7-42D7-AE97-AE404AECFAEB}"/>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81836" t="-4713" b="16530"/>
          <a:stretch/>
        </p:blipFill>
        <p:spPr>
          <a:xfrm>
            <a:off x="11547793" y="188640"/>
            <a:ext cx="424356" cy="459624"/>
          </a:xfrm>
          <a:prstGeom prst="rect">
            <a:avLst/>
          </a:prstGeom>
        </p:spPr>
      </p:pic>
    </p:spTree>
    <p:extLst>
      <p:ext uri="{BB962C8B-B14F-4D97-AF65-F5344CB8AC3E}">
        <p14:creationId xmlns:p14="http://schemas.microsoft.com/office/powerpoint/2010/main" val="270109647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wo Pie Charts">
    <p:spTree>
      <p:nvGrpSpPr>
        <p:cNvPr id="1" name=""/>
        <p:cNvGrpSpPr/>
        <p:nvPr/>
      </p:nvGrpSpPr>
      <p:grpSpPr>
        <a:xfrm>
          <a:off x="0" y="0"/>
          <a:ext cx="0" cy="0"/>
          <a:chOff x="0" y="0"/>
          <a:chExt cx="0" cy="0"/>
        </a:xfrm>
      </p:grpSpPr>
      <p:sp>
        <p:nvSpPr>
          <p:cNvPr id="9" name="Oval 20">
            <a:extLst>
              <a:ext uri="{FF2B5EF4-FFF2-40B4-BE49-F238E27FC236}">
                <a16:creationId xmlns:a16="http://schemas.microsoft.com/office/drawing/2014/main" id="{C2900546-43C2-48AA-9FD6-CFB7317713BE}"/>
              </a:ext>
            </a:extLst>
          </p:cNvPr>
          <p:cNvSpPr/>
          <p:nvPr userDrawn="1"/>
        </p:nvSpPr>
        <p:spPr>
          <a:xfrm>
            <a:off x="7118236" y="2288704"/>
            <a:ext cx="3715996" cy="3511002"/>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FF30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solidFill>
                <a:srgbClr val="FFFFFF"/>
              </a:solidFill>
            </a:endParaRPr>
          </a:p>
        </p:txBody>
      </p:sp>
      <p:sp>
        <p:nvSpPr>
          <p:cNvPr id="10" name="Oval 20">
            <a:extLst>
              <a:ext uri="{FF2B5EF4-FFF2-40B4-BE49-F238E27FC236}">
                <a16:creationId xmlns:a16="http://schemas.microsoft.com/office/drawing/2014/main" id="{83825B1A-06E4-4C1E-B67C-4D1E98B779D1}"/>
              </a:ext>
            </a:extLst>
          </p:cNvPr>
          <p:cNvSpPr/>
          <p:nvPr userDrawn="1"/>
        </p:nvSpPr>
        <p:spPr>
          <a:xfrm>
            <a:off x="7190244" y="2239576"/>
            <a:ext cx="3715996" cy="3511002"/>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solidFill>
                <a:srgbClr val="FFFFFF"/>
              </a:solidFill>
            </a:endParaRPr>
          </a:p>
        </p:txBody>
      </p:sp>
      <p:sp>
        <p:nvSpPr>
          <p:cNvPr id="13" name="Text Placeholder 4">
            <a:extLst>
              <a:ext uri="{FF2B5EF4-FFF2-40B4-BE49-F238E27FC236}">
                <a16:creationId xmlns:a16="http://schemas.microsoft.com/office/drawing/2014/main" id="{82456803-4762-4833-8006-A78AED12ACE0}"/>
              </a:ext>
            </a:extLst>
          </p:cNvPr>
          <p:cNvSpPr>
            <a:spLocks noGrp="1"/>
          </p:cNvSpPr>
          <p:nvPr userDrawn="1">
            <p:ph type="body" sz="quarter" idx="29" hasCustomPrompt="1"/>
          </p:nvPr>
        </p:nvSpPr>
        <p:spPr>
          <a:xfrm>
            <a:off x="409580" y="1412874"/>
            <a:ext cx="5541958" cy="486567"/>
          </a:xfrm>
          <a:prstGeom prst="rect">
            <a:avLst/>
          </a:prstGeom>
          <a:noFill/>
        </p:spPr>
        <p:txBody>
          <a:bodyPr anchor="ctr">
            <a:noAutofit/>
          </a:bodyPr>
          <a:lstStyle>
            <a:lvl1pPr algn="ctr">
              <a:defRPr sz="1800" b="0">
                <a:solidFill>
                  <a:srgbClr val="2C004B"/>
                </a:solidFill>
              </a:defRPr>
            </a:lvl1pPr>
            <a:lvl2pPr>
              <a:defRPr sz="1400"/>
            </a:lvl2pPr>
            <a:lvl3pPr>
              <a:defRPr sz="1200"/>
            </a:lvl3pPr>
            <a:lvl4pPr>
              <a:defRPr sz="1100"/>
            </a:lvl4pPr>
            <a:lvl5pPr>
              <a:defRPr sz="1100"/>
            </a:lvl5pPr>
          </a:lstStyle>
          <a:p>
            <a:pPr lvl="0"/>
            <a:r>
              <a:rPr lang="en-US" dirty="0"/>
              <a:t>Click to insert chart title</a:t>
            </a:r>
          </a:p>
        </p:txBody>
      </p:sp>
      <p:sp>
        <p:nvSpPr>
          <p:cNvPr id="17" name="Chart Placeholder 14">
            <a:extLst>
              <a:ext uri="{FF2B5EF4-FFF2-40B4-BE49-F238E27FC236}">
                <a16:creationId xmlns:a16="http://schemas.microsoft.com/office/drawing/2014/main" id="{CA3C8FD6-BDBD-4D5B-A245-98D5506C7923}"/>
              </a:ext>
            </a:extLst>
          </p:cNvPr>
          <p:cNvSpPr>
            <a:spLocks noGrp="1"/>
          </p:cNvSpPr>
          <p:nvPr userDrawn="1">
            <p:ph type="chart" sz="quarter" idx="32"/>
          </p:nvPr>
        </p:nvSpPr>
        <p:spPr>
          <a:xfrm>
            <a:off x="6240463" y="2239576"/>
            <a:ext cx="5543550" cy="3499170"/>
          </a:xfrm>
          <a:prstGeom prst="rect">
            <a:avLst/>
          </a:prstGeom>
        </p:spPr>
        <p:txBody>
          <a:bodyPr anchor="ctr"/>
          <a:lstStyle>
            <a:lvl1pPr algn="ctr">
              <a:defRPr/>
            </a:lvl1pPr>
          </a:lstStyle>
          <a:p>
            <a:endParaRPr lang="pt-PT"/>
          </a:p>
        </p:txBody>
      </p:sp>
      <p:sp>
        <p:nvSpPr>
          <p:cNvPr id="11" name="Retângulo 43">
            <a:extLst>
              <a:ext uri="{FF2B5EF4-FFF2-40B4-BE49-F238E27FC236}">
                <a16:creationId xmlns:a16="http://schemas.microsoft.com/office/drawing/2014/main" id="{25FC8637-25BD-4C09-AF25-56B4243DAB3D}"/>
              </a:ext>
            </a:extLst>
          </p:cNvPr>
          <p:cNvSpPr/>
          <p:nvPr userDrawn="1"/>
        </p:nvSpPr>
        <p:spPr>
          <a:xfrm>
            <a:off x="11784013" y="6555758"/>
            <a:ext cx="242375" cy="215444"/>
          </a:xfrm>
          <a:prstGeom prst="rect">
            <a:avLst/>
          </a:prstGeom>
        </p:spPr>
        <p:txBody>
          <a:bodyPr wrap="none">
            <a:spAutoFit/>
          </a:bodyPr>
          <a:lstStyle/>
          <a:p>
            <a:pPr algn="r"/>
            <a:fld id="{0502E5A9-B53C-401E-A0E0-4A359BB0A9E5}" type="slidenum">
              <a:rPr lang="en-US" sz="800" smtClean="0">
                <a:solidFill>
                  <a:prstClr val="black">
                    <a:lumMod val="50000"/>
                    <a:lumOff val="50000"/>
                  </a:prstClr>
                </a:solidFill>
                <a:cs typeface="Arial" panose="020B0604020202020204" pitchFamily="34" charset="0"/>
              </a:rPr>
              <a:t>‹#›</a:t>
            </a:fld>
            <a:endParaRPr lang="en-US" sz="800" dirty="0">
              <a:solidFill>
                <a:prstClr val="black">
                  <a:lumMod val="50000"/>
                  <a:lumOff val="50000"/>
                </a:prstClr>
              </a:solidFill>
              <a:cs typeface="Arial" panose="020B0604020202020204" pitchFamily="34" charset="0"/>
            </a:endParaRPr>
          </a:p>
        </p:txBody>
      </p:sp>
      <p:cxnSp>
        <p:nvCxnSpPr>
          <p:cNvPr id="14"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3283674"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18" name="Rectangle 27">
            <a:hlinkClick r:id="rId2"/>
            <a:extLst>
              <a:ext uri="{FF2B5EF4-FFF2-40B4-BE49-F238E27FC236}">
                <a16:creationId xmlns:a16="http://schemas.microsoft.com/office/drawing/2014/main" id="{F376ABD1-4930-42EB-9A73-9A9C7C6BF2D3}"/>
              </a:ext>
            </a:extLst>
          </p:cNvPr>
          <p:cNvSpPr/>
          <p:nvPr userDrawn="1"/>
        </p:nvSpPr>
        <p:spPr>
          <a:xfrm>
            <a:off x="407988" y="6555971"/>
            <a:ext cx="2829007" cy="219456"/>
          </a:xfrm>
          <a:prstGeom prst="rect">
            <a:avLst/>
          </a:prstGeom>
        </p:spPr>
        <p:txBody>
          <a:bodyPr wrap="square" lIns="0" tIns="0" rIns="0" bIns="0" anchor="ctr" anchorCtr="0">
            <a:noAutofit/>
          </a:bodyPr>
          <a:lstStyle/>
          <a:p>
            <a:pPr lvl="0" algn="l" defTabSz="914400">
              <a:lnSpc>
                <a:spcPct val="85000"/>
              </a:lnSpc>
              <a:defRPr/>
            </a:pPr>
            <a:r>
              <a:rPr lang="en-US" sz="800" kern="0" dirty="0">
                <a:solidFill>
                  <a:srgbClr val="00458D"/>
                </a:solidFill>
                <a:latin typeface="+mj-lt"/>
                <a:cs typeface="Arial" panose="020B0604020202020204" pitchFamily="34" charset="0"/>
              </a:rPr>
              <a:t>Presentation Title | Author | Date</a:t>
            </a:r>
          </a:p>
        </p:txBody>
      </p:sp>
      <p:sp>
        <p:nvSpPr>
          <p:cNvPr id="19" name="Retângulo 43">
            <a:extLst>
              <a:ext uri="{FF2B5EF4-FFF2-40B4-BE49-F238E27FC236}">
                <a16:creationId xmlns:a16="http://schemas.microsoft.com/office/drawing/2014/main" id="{834ADCB4-BFB1-450D-8F6D-64217F4CD92C}"/>
              </a:ext>
            </a:extLst>
          </p:cNvPr>
          <p:cNvSpPr/>
          <p:nvPr userDrawn="1"/>
        </p:nvSpPr>
        <p:spPr>
          <a:xfrm>
            <a:off x="3411379" y="6555758"/>
            <a:ext cx="2223686" cy="219456"/>
          </a:xfrm>
          <a:prstGeom prst="rect">
            <a:avLst/>
          </a:prstGeom>
        </p:spPr>
        <p:txBody>
          <a:bodyPr wrap="none" lIns="0" tIns="0" rIns="0" bIns="0" anchor="ctr">
            <a:noAutofit/>
          </a:bodyPr>
          <a:lstStyle/>
          <a:p>
            <a:pPr algn="l"/>
            <a:r>
              <a:rPr lang="en-US" sz="800" dirty="0">
                <a:solidFill>
                  <a:schemeClr val="bg2">
                    <a:lumMod val="50000"/>
                  </a:schemeClr>
                </a:solidFill>
                <a:cs typeface="Arial" panose="020B0604020202020204" pitchFamily="34" charset="0"/>
              </a:rPr>
              <a:t>© 2017 Capgemini. All rights reserved.</a:t>
            </a:r>
          </a:p>
        </p:txBody>
      </p:sp>
      <p:sp>
        <p:nvSpPr>
          <p:cNvPr id="20" name="Title Placeholder 1">
            <a:extLst>
              <a:ext uri="{FF2B5EF4-FFF2-40B4-BE49-F238E27FC236}">
                <a16:creationId xmlns:a16="http://schemas.microsoft.com/office/drawing/2014/main" id="{552BBB0A-405D-419D-8BD5-EC8D9F84B795}"/>
              </a:ext>
            </a:extLst>
          </p:cNvPr>
          <p:cNvSpPr>
            <a:spLocks noGrp="1"/>
          </p:cNvSpPr>
          <p:nvPr userDrawn="1">
            <p:ph type="title" hasCustomPrompt="1"/>
          </p:nvPr>
        </p:nvSpPr>
        <p:spPr>
          <a:xfrm>
            <a:off x="407988" y="404813"/>
            <a:ext cx="10944596" cy="863600"/>
          </a:xfrm>
          <a:prstGeom prst="rect">
            <a:avLst/>
          </a:prstGeom>
        </p:spPr>
        <p:txBody>
          <a:bodyPr vert="horz" lIns="0" tIns="0" rIns="0" bIns="0" rtlCol="0" anchor="t">
            <a:normAutofit/>
          </a:bodyPr>
          <a:lstStyle>
            <a:lvl1pPr>
              <a:defRPr lang="pt-PT" dirty="0">
                <a:solidFill>
                  <a:schemeClr val="accent3"/>
                </a:solidFill>
              </a:defRPr>
            </a:lvl1pPr>
          </a:lstStyle>
          <a:p>
            <a:pPr lvl="0">
              <a:lnSpc>
                <a:spcPts val="3000"/>
              </a:lnSpc>
            </a:pPr>
            <a:r>
              <a:rPr lang="en-US" dirty="0"/>
              <a:t>Click to add title</a:t>
            </a:r>
            <a:endParaRPr lang="pt-PT" dirty="0"/>
          </a:p>
        </p:txBody>
      </p:sp>
      <p:sp>
        <p:nvSpPr>
          <p:cNvPr id="22" name="Text Placeholder 4">
            <a:extLst>
              <a:ext uri="{FF2B5EF4-FFF2-40B4-BE49-F238E27FC236}">
                <a16:creationId xmlns:a16="http://schemas.microsoft.com/office/drawing/2014/main" id="{82456803-4762-4833-8006-A78AED12ACE0}"/>
              </a:ext>
            </a:extLst>
          </p:cNvPr>
          <p:cNvSpPr>
            <a:spLocks noGrp="1"/>
          </p:cNvSpPr>
          <p:nvPr userDrawn="1">
            <p:ph type="body" sz="quarter" idx="33" hasCustomPrompt="1"/>
          </p:nvPr>
        </p:nvSpPr>
        <p:spPr>
          <a:xfrm>
            <a:off x="6242055" y="1412874"/>
            <a:ext cx="5541958" cy="486567"/>
          </a:xfrm>
          <a:prstGeom prst="rect">
            <a:avLst/>
          </a:prstGeom>
          <a:noFill/>
        </p:spPr>
        <p:txBody>
          <a:bodyPr anchor="ctr">
            <a:noAutofit/>
          </a:bodyPr>
          <a:lstStyle>
            <a:lvl1pPr algn="ctr">
              <a:defRPr sz="1800" b="0">
                <a:solidFill>
                  <a:srgbClr val="2C004B"/>
                </a:solidFill>
              </a:defRPr>
            </a:lvl1pPr>
            <a:lvl2pPr>
              <a:defRPr sz="1400"/>
            </a:lvl2pPr>
            <a:lvl3pPr>
              <a:defRPr sz="1200"/>
            </a:lvl3pPr>
            <a:lvl4pPr>
              <a:defRPr sz="1100"/>
            </a:lvl4pPr>
            <a:lvl5pPr>
              <a:defRPr sz="1100"/>
            </a:lvl5pPr>
          </a:lstStyle>
          <a:p>
            <a:pPr lvl="0"/>
            <a:r>
              <a:rPr lang="en-US" dirty="0"/>
              <a:t>Click to insert chart title</a:t>
            </a:r>
          </a:p>
        </p:txBody>
      </p:sp>
      <p:sp>
        <p:nvSpPr>
          <p:cNvPr id="23" name="Oval 20">
            <a:extLst>
              <a:ext uri="{FF2B5EF4-FFF2-40B4-BE49-F238E27FC236}">
                <a16:creationId xmlns:a16="http://schemas.microsoft.com/office/drawing/2014/main" id="{C2900546-43C2-48AA-9FD6-CFB7317713BE}"/>
              </a:ext>
            </a:extLst>
          </p:cNvPr>
          <p:cNvSpPr/>
          <p:nvPr userDrawn="1"/>
        </p:nvSpPr>
        <p:spPr>
          <a:xfrm>
            <a:off x="1285761" y="2288704"/>
            <a:ext cx="3715996" cy="3511002"/>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FF30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solidFill>
                <a:srgbClr val="FFFFFF"/>
              </a:solidFill>
            </a:endParaRPr>
          </a:p>
        </p:txBody>
      </p:sp>
      <p:sp>
        <p:nvSpPr>
          <p:cNvPr id="24" name="Oval 20">
            <a:extLst>
              <a:ext uri="{FF2B5EF4-FFF2-40B4-BE49-F238E27FC236}">
                <a16:creationId xmlns:a16="http://schemas.microsoft.com/office/drawing/2014/main" id="{83825B1A-06E4-4C1E-B67C-4D1E98B779D1}"/>
              </a:ext>
            </a:extLst>
          </p:cNvPr>
          <p:cNvSpPr/>
          <p:nvPr userDrawn="1"/>
        </p:nvSpPr>
        <p:spPr>
          <a:xfrm>
            <a:off x="1357769" y="2239576"/>
            <a:ext cx="3715996" cy="3511002"/>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solidFill>
                <a:srgbClr val="FFFFFF"/>
              </a:solidFill>
            </a:endParaRPr>
          </a:p>
        </p:txBody>
      </p:sp>
      <p:sp>
        <p:nvSpPr>
          <p:cNvPr id="25" name="Chart Placeholder 14">
            <a:extLst>
              <a:ext uri="{FF2B5EF4-FFF2-40B4-BE49-F238E27FC236}">
                <a16:creationId xmlns:a16="http://schemas.microsoft.com/office/drawing/2014/main" id="{CA3C8FD6-BDBD-4D5B-A245-98D5506C7923}"/>
              </a:ext>
            </a:extLst>
          </p:cNvPr>
          <p:cNvSpPr>
            <a:spLocks noGrp="1"/>
          </p:cNvSpPr>
          <p:nvPr>
            <p:ph type="chart" sz="quarter" idx="34"/>
          </p:nvPr>
        </p:nvSpPr>
        <p:spPr>
          <a:xfrm>
            <a:off x="407988" y="2239576"/>
            <a:ext cx="5543550" cy="3499170"/>
          </a:xfrm>
          <a:prstGeom prst="rect">
            <a:avLst/>
          </a:prstGeom>
        </p:spPr>
        <p:txBody>
          <a:bodyPr anchor="ctr"/>
          <a:lstStyle>
            <a:lvl1pPr algn="ctr">
              <a:defRPr/>
            </a:lvl1pPr>
          </a:lstStyle>
          <a:p>
            <a:endParaRPr lang="pt-PT"/>
          </a:p>
        </p:txBody>
      </p:sp>
      <p:pic>
        <p:nvPicPr>
          <p:cNvPr id="26" name="Graphic 4">
            <a:extLst>
              <a:ext uri="{FF2B5EF4-FFF2-40B4-BE49-F238E27FC236}">
                <a16:creationId xmlns:a16="http://schemas.microsoft.com/office/drawing/2014/main" id="{25EEA1D4-3AF7-42D7-AE97-AE404AECFAEB}"/>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81836" t="-4713" b="16530"/>
          <a:stretch/>
        </p:blipFill>
        <p:spPr>
          <a:xfrm>
            <a:off x="11547793" y="188640"/>
            <a:ext cx="424356" cy="459624"/>
          </a:xfrm>
          <a:prstGeom prst="rect">
            <a:avLst/>
          </a:prstGeom>
        </p:spPr>
      </p:pic>
    </p:spTree>
    <p:extLst>
      <p:ext uri="{BB962C8B-B14F-4D97-AF65-F5344CB8AC3E}">
        <p14:creationId xmlns:p14="http://schemas.microsoft.com/office/powerpoint/2010/main" val="83852600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able with Charts">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050C72D0-5CFE-422E-AABA-2AE737D2B66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flipH="1">
            <a:off x="6311901" y="300730"/>
            <a:ext cx="5880099" cy="6557270"/>
          </a:xfrm>
          <a:prstGeom prst="rect">
            <a:avLst/>
          </a:prstGeom>
        </p:spPr>
      </p:pic>
      <p:sp>
        <p:nvSpPr>
          <p:cNvPr id="17" name="Text Placeholder 7">
            <a:extLst>
              <a:ext uri="{FF2B5EF4-FFF2-40B4-BE49-F238E27FC236}">
                <a16:creationId xmlns:a16="http://schemas.microsoft.com/office/drawing/2014/main" id="{0953EECA-9A2F-483A-AF62-834FA9F888FE}"/>
              </a:ext>
            </a:extLst>
          </p:cNvPr>
          <p:cNvSpPr>
            <a:spLocks noGrp="1"/>
          </p:cNvSpPr>
          <p:nvPr>
            <p:ph type="body" sz="quarter" idx="12" hasCustomPrompt="1"/>
          </p:nvPr>
        </p:nvSpPr>
        <p:spPr>
          <a:xfrm>
            <a:off x="7752183" y="4437112"/>
            <a:ext cx="4031829" cy="1224136"/>
          </a:xfrm>
          <a:prstGeom prst="rect">
            <a:avLst/>
          </a:prstGeom>
        </p:spPr>
        <p:txBody>
          <a:bodyPr>
            <a:noAutofit/>
          </a:bodyPr>
          <a:lstStyle>
            <a:lvl1pPr algn="r">
              <a:lnSpc>
                <a:spcPts val="1800"/>
              </a:lnSpc>
              <a:defRPr sz="1600" b="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Click to insert text </a:t>
            </a:r>
          </a:p>
        </p:txBody>
      </p:sp>
      <p:sp>
        <p:nvSpPr>
          <p:cNvPr id="16" name="Table Placeholder 15">
            <a:extLst>
              <a:ext uri="{FF2B5EF4-FFF2-40B4-BE49-F238E27FC236}">
                <a16:creationId xmlns:a16="http://schemas.microsoft.com/office/drawing/2014/main" id="{F5F8DF03-3900-491E-B8AF-F0C6BE50D853}"/>
              </a:ext>
            </a:extLst>
          </p:cNvPr>
          <p:cNvSpPr>
            <a:spLocks noGrp="1"/>
          </p:cNvSpPr>
          <p:nvPr>
            <p:ph type="tbl" sz="quarter" idx="11"/>
          </p:nvPr>
        </p:nvSpPr>
        <p:spPr>
          <a:xfrm>
            <a:off x="407989" y="1989287"/>
            <a:ext cx="5543550" cy="4463901"/>
          </a:xfrm>
          <a:prstGeom prst="rect">
            <a:avLst/>
          </a:prstGeom>
        </p:spPr>
        <p:txBody>
          <a:bodyPr>
            <a:normAutofit/>
          </a:bodyPr>
          <a:lstStyle>
            <a:lvl1pPr>
              <a:defRPr sz="1600"/>
            </a:lvl1pPr>
          </a:lstStyle>
          <a:p>
            <a:endParaRPr lang="pt-PT" dirty="0"/>
          </a:p>
        </p:txBody>
      </p:sp>
      <p:sp>
        <p:nvSpPr>
          <p:cNvPr id="14" name="Text Placeholder 7">
            <a:extLst>
              <a:ext uri="{FF2B5EF4-FFF2-40B4-BE49-F238E27FC236}">
                <a16:creationId xmlns:a16="http://schemas.microsoft.com/office/drawing/2014/main" id="{0339BEFE-9642-4BFF-AA21-D95E4DB03155}"/>
              </a:ext>
            </a:extLst>
          </p:cNvPr>
          <p:cNvSpPr>
            <a:spLocks noGrp="1"/>
          </p:cNvSpPr>
          <p:nvPr>
            <p:ph type="body" sz="quarter" idx="10" hasCustomPrompt="1"/>
          </p:nvPr>
        </p:nvSpPr>
        <p:spPr>
          <a:xfrm>
            <a:off x="407988" y="1412876"/>
            <a:ext cx="5543549" cy="431948"/>
          </a:xfrm>
          <a:prstGeom prst="rect">
            <a:avLst/>
          </a:prstGeom>
        </p:spPr>
        <p:txBody>
          <a:bodyPr>
            <a:noAutofit/>
          </a:bodyPr>
          <a:lstStyle>
            <a:lvl1pPr>
              <a:lnSpc>
                <a:spcPts val="2200"/>
              </a:lnSpc>
              <a:defRPr sz="1800" b="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Click to insert subtitle</a:t>
            </a:r>
          </a:p>
        </p:txBody>
      </p:sp>
      <p:sp>
        <p:nvSpPr>
          <p:cNvPr id="9" name="Retângulo 43">
            <a:extLst>
              <a:ext uri="{FF2B5EF4-FFF2-40B4-BE49-F238E27FC236}">
                <a16:creationId xmlns:a16="http://schemas.microsoft.com/office/drawing/2014/main" id="{25FC8637-25BD-4C09-AF25-56B4243DAB3D}"/>
              </a:ext>
            </a:extLst>
          </p:cNvPr>
          <p:cNvSpPr/>
          <p:nvPr userDrawn="1"/>
        </p:nvSpPr>
        <p:spPr>
          <a:xfrm>
            <a:off x="11665391" y="6555758"/>
            <a:ext cx="360997" cy="215444"/>
          </a:xfrm>
          <a:prstGeom prst="rect">
            <a:avLst/>
          </a:prstGeom>
        </p:spPr>
        <p:txBody>
          <a:bodyPr wrap="none">
            <a:spAutoFit/>
          </a:bodyPr>
          <a:lstStyle/>
          <a:p>
            <a:pPr algn="r"/>
            <a:fld id="{0502E5A9-B53C-401E-A0E0-4A359BB0A9E5}" type="slidenum">
              <a:rPr lang="en-US" sz="800" smtClean="0">
                <a:solidFill>
                  <a:schemeClr val="bg1"/>
                </a:solidFill>
                <a:cs typeface="Arial" panose="020B0604020202020204" pitchFamily="34" charset="0"/>
              </a:rPr>
              <a:t>‹#›</a:t>
            </a:fld>
            <a:endParaRPr lang="en-US" sz="800" dirty="0">
              <a:solidFill>
                <a:schemeClr val="bg1"/>
              </a:solidFill>
              <a:cs typeface="Arial" panose="020B0604020202020204" pitchFamily="34" charset="0"/>
            </a:endParaRPr>
          </a:p>
        </p:txBody>
      </p:sp>
      <p:cxnSp>
        <p:nvCxnSpPr>
          <p:cNvPr id="10"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3283674"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11" name="Rectangle 27">
            <a:hlinkClick r:id="rId4"/>
            <a:extLst>
              <a:ext uri="{FF2B5EF4-FFF2-40B4-BE49-F238E27FC236}">
                <a16:creationId xmlns:a16="http://schemas.microsoft.com/office/drawing/2014/main" id="{F376ABD1-4930-42EB-9A73-9A9C7C6BF2D3}"/>
              </a:ext>
            </a:extLst>
          </p:cNvPr>
          <p:cNvSpPr/>
          <p:nvPr userDrawn="1"/>
        </p:nvSpPr>
        <p:spPr>
          <a:xfrm>
            <a:off x="407988" y="6555971"/>
            <a:ext cx="2829007" cy="219456"/>
          </a:xfrm>
          <a:prstGeom prst="rect">
            <a:avLst/>
          </a:prstGeom>
        </p:spPr>
        <p:txBody>
          <a:bodyPr wrap="square" lIns="0" tIns="0" rIns="0" bIns="0" anchor="ctr" anchorCtr="0">
            <a:noAutofit/>
          </a:bodyPr>
          <a:lstStyle/>
          <a:p>
            <a:pPr lvl="0" algn="l" defTabSz="914400">
              <a:lnSpc>
                <a:spcPct val="85000"/>
              </a:lnSpc>
              <a:defRPr/>
            </a:pPr>
            <a:r>
              <a:rPr lang="en-US" sz="800" kern="0" dirty="0">
                <a:solidFill>
                  <a:srgbClr val="00458D"/>
                </a:solidFill>
                <a:latin typeface="+mj-lt"/>
                <a:cs typeface="Arial" panose="020B0604020202020204" pitchFamily="34" charset="0"/>
              </a:rPr>
              <a:t>Presentation Title | Author | Date</a:t>
            </a:r>
          </a:p>
        </p:txBody>
      </p:sp>
      <p:sp>
        <p:nvSpPr>
          <p:cNvPr id="12" name="Retângulo 43">
            <a:extLst>
              <a:ext uri="{FF2B5EF4-FFF2-40B4-BE49-F238E27FC236}">
                <a16:creationId xmlns:a16="http://schemas.microsoft.com/office/drawing/2014/main" id="{834ADCB4-BFB1-450D-8F6D-64217F4CD92C}"/>
              </a:ext>
            </a:extLst>
          </p:cNvPr>
          <p:cNvSpPr/>
          <p:nvPr userDrawn="1"/>
        </p:nvSpPr>
        <p:spPr>
          <a:xfrm>
            <a:off x="3411379" y="6555758"/>
            <a:ext cx="2223686" cy="219456"/>
          </a:xfrm>
          <a:prstGeom prst="rect">
            <a:avLst/>
          </a:prstGeom>
        </p:spPr>
        <p:txBody>
          <a:bodyPr wrap="none" lIns="0" tIns="0" rIns="0" bIns="0" anchor="ctr">
            <a:noAutofit/>
          </a:bodyPr>
          <a:lstStyle/>
          <a:p>
            <a:pPr algn="l"/>
            <a:r>
              <a:rPr lang="en-US" sz="800" dirty="0">
                <a:solidFill>
                  <a:schemeClr val="bg2">
                    <a:lumMod val="50000"/>
                  </a:schemeClr>
                </a:solidFill>
                <a:cs typeface="Arial" panose="020B0604020202020204" pitchFamily="34" charset="0"/>
              </a:rPr>
              <a:t>© 2017 Capgemini. All rights reserved.</a:t>
            </a:r>
          </a:p>
        </p:txBody>
      </p:sp>
      <p:sp>
        <p:nvSpPr>
          <p:cNvPr id="15"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407988" y="404813"/>
            <a:ext cx="10944596" cy="863600"/>
          </a:xfrm>
          <a:prstGeom prst="rect">
            <a:avLst/>
          </a:prstGeom>
        </p:spPr>
        <p:txBody>
          <a:bodyPr vert="horz" lIns="0" tIns="0" rIns="0" bIns="0" rtlCol="0" anchor="t">
            <a:normAutofit/>
          </a:bodyPr>
          <a:lstStyle>
            <a:lvl1pPr>
              <a:defRPr lang="pt-PT" dirty="0"/>
            </a:lvl1pPr>
          </a:lstStyle>
          <a:p>
            <a:pPr lvl="0">
              <a:lnSpc>
                <a:spcPts val="3000"/>
              </a:lnSpc>
            </a:pPr>
            <a:r>
              <a:rPr lang="en-US" dirty="0"/>
              <a:t>Click to add title</a:t>
            </a:r>
            <a:endParaRPr lang="pt-PT" dirty="0"/>
          </a:p>
        </p:txBody>
      </p:sp>
    </p:spTree>
    <p:extLst>
      <p:ext uri="{BB962C8B-B14F-4D97-AF65-F5344CB8AC3E}">
        <p14:creationId xmlns:p14="http://schemas.microsoft.com/office/powerpoint/2010/main" val="288727497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ext and Table 3 Columns">
    <p:spTree>
      <p:nvGrpSpPr>
        <p:cNvPr id="1" name=""/>
        <p:cNvGrpSpPr/>
        <p:nvPr/>
      </p:nvGrpSpPr>
      <p:grpSpPr>
        <a:xfrm>
          <a:off x="0" y="0"/>
          <a:ext cx="0" cy="0"/>
          <a:chOff x="0" y="0"/>
          <a:chExt cx="0" cy="0"/>
        </a:xfrm>
      </p:grpSpPr>
      <p:sp>
        <p:nvSpPr>
          <p:cNvPr id="16" name="Text Placeholder 7">
            <a:extLst>
              <a:ext uri="{FF2B5EF4-FFF2-40B4-BE49-F238E27FC236}">
                <a16:creationId xmlns:a16="http://schemas.microsoft.com/office/drawing/2014/main" id="{0E9540A7-856A-4CD5-AC53-42094C6AD99E}"/>
              </a:ext>
            </a:extLst>
          </p:cNvPr>
          <p:cNvSpPr>
            <a:spLocks noGrp="1"/>
          </p:cNvSpPr>
          <p:nvPr>
            <p:ph type="body" sz="quarter" idx="10" hasCustomPrompt="1"/>
          </p:nvPr>
        </p:nvSpPr>
        <p:spPr>
          <a:xfrm>
            <a:off x="407988" y="1412875"/>
            <a:ext cx="5543996" cy="1656184"/>
          </a:xfrm>
          <a:prstGeom prst="rect">
            <a:avLst/>
          </a:prstGeom>
        </p:spPr>
        <p:txBody>
          <a:bodyPr>
            <a:noAutofit/>
          </a:bodyPr>
          <a:lstStyle>
            <a:lvl1pPr>
              <a:lnSpc>
                <a:spcPts val="1800"/>
              </a:lnSpc>
              <a:spcBef>
                <a:spcPts val="600"/>
              </a:spcBef>
              <a:defRPr sz="16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Click to insert text </a:t>
            </a:r>
          </a:p>
        </p:txBody>
      </p:sp>
      <p:sp>
        <p:nvSpPr>
          <p:cNvPr id="18" name="SmartArt Placeholder 17">
            <a:extLst>
              <a:ext uri="{FF2B5EF4-FFF2-40B4-BE49-F238E27FC236}">
                <a16:creationId xmlns:a16="http://schemas.microsoft.com/office/drawing/2014/main" id="{5727DAAA-D326-4188-801E-6DBE4923ED0B}"/>
              </a:ext>
            </a:extLst>
          </p:cNvPr>
          <p:cNvSpPr>
            <a:spLocks noGrp="1"/>
          </p:cNvSpPr>
          <p:nvPr>
            <p:ph type="dgm" sz="quarter" idx="11"/>
          </p:nvPr>
        </p:nvSpPr>
        <p:spPr>
          <a:xfrm>
            <a:off x="407987" y="3213075"/>
            <a:ext cx="9079721" cy="648072"/>
          </a:xfrm>
          <a:prstGeom prst="rect">
            <a:avLst/>
          </a:prstGeom>
        </p:spPr>
        <p:txBody>
          <a:bodyPr anchor="ctr"/>
          <a:lstStyle>
            <a:lvl1pPr algn="ctr">
              <a:defRPr/>
            </a:lvl1pPr>
          </a:lstStyle>
          <a:p>
            <a:endParaRPr lang="pt-PT"/>
          </a:p>
        </p:txBody>
      </p:sp>
      <p:sp>
        <p:nvSpPr>
          <p:cNvPr id="10" name="Freeform: Shape 9">
            <a:extLst>
              <a:ext uri="{FF2B5EF4-FFF2-40B4-BE49-F238E27FC236}">
                <a16:creationId xmlns:a16="http://schemas.microsoft.com/office/drawing/2014/main" id="{531E77B6-0DD5-446F-A826-892DFC23D785}"/>
              </a:ext>
            </a:extLst>
          </p:cNvPr>
          <p:cNvSpPr>
            <a:spLocks/>
          </p:cNvSpPr>
          <p:nvPr userDrawn="1"/>
        </p:nvSpPr>
        <p:spPr bwMode="auto">
          <a:xfrm rot="16200000" flipH="1">
            <a:off x="5642993" y="308991"/>
            <a:ext cx="6858002" cy="6240019"/>
          </a:xfrm>
          <a:custGeom>
            <a:avLst/>
            <a:gdLst>
              <a:gd name="connsiteX0" fmla="*/ 1393480 w 6857999"/>
              <a:gd name="connsiteY0" fmla="*/ 6240016 h 6240016"/>
              <a:gd name="connsiteX1" fmla="*/ 6857999 w 6857999"/>
              <a:gd name="connsiteY1" fmla="*/ 6240016 h 6240016"/>
              <a:gd name="connsiteX2" fmla="*/ 6857999 w 6857999"/>
              <a:gd name="connsiteY2" fmla="*/ 4248395 h 6240016"/>
              <a:gd name="connsiteX3" fmla="*/ 6815497 w 6857999"/>
              <a:gd name="connsiteY3" fmla="*/ 4209614 h 6240016"/>
              <a:gd name="connsiteX4" fmla="*/ 2767903 w 6857999"/>
              <a:gd name="connsiteY4" fmla="*/ 5342723 h 6240016"/>
              <a:gd name="connsiteX5" fmla="*/ 1497189 w 6857999"/>
              <a:gd name="connsiteY5" fmla="*/ 6201822 h 6240016"/>
              <a:gd name="connsiteX6" fmla="*/ 0 w 6857999"/>
              <a:gd name="connsiteY6" fmla="*/ 618342 h 6240016"/>
              <a:gd name="connsiteX7" fmla="*/ 0 w 6857999"/>
              <a:gd name="connsiteY7" fmla="*/ 6240016 h 6240016"/>
              <a:gd name="connsiteX8" fmla="*/ 921827 w 6857999"/>
              <a:gd name="connsiteY8" fmla="*/ 6240016 h 6240016"/>
              <a:gd name="connsiteX9" fmla="*/ 877464 w 6857999"/>
              <a:gd name="connsiteY9" fmla="*/ 6206986 h 6240016"/>
              <a:gd name="connsiteX10" fmla="*/ 1720124 w 6857999"/>
              <a:gd name="connsiteY10" fmla="*/ 3319666 h 6240016"/>
              <a:gd name="connsiteX11" fmla="*/ 1778012 w 6857999"/>
              <a:gd name="connsiteY11" fmla="*/ 0 h 6240016"/>
              <a:gd name="connsiteX12" fmla="*/ 36658 w 6857999"/>
              <a:gd name="connsiteY12" fmla="*/ 619001 h 6240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57999" h="6240016">
                <a:moveTo>
                  <a:pt x="1393480" y="6240016"/>
                </a:moveTo>
                <a:lnTo>
                  <a:pt x="6857999" y="6240016"/>
                </a:lnTo>
                <a:lnTo>
                  <a:pt x="6857999" y="4248395"/>
                </a:lnTo>
                <a:lnTo>
                  <a:pt x="6815497" y="4209614"/>
                </a:lnTo>
                <a:cubicBezTo>
                  <a:pt x="6548465" y="3983120"/>
                  <a:pt x="5320780" y="3210409"/>
                  <a:pt x="2767903" y="5342723"/>
                </a:cubicBezTo>
                <a:cubicBezTo>
                  <a:pt x="2220316" y="5799647"/>
                  <a:pt x="1804503" y="6071896"/>
                  <a:pt x="1497189" y="6201822"/>
                </a:cubicBezTo>
                <a:close/>
                <a:moveTo>
                  <a:pt x="0" y="618342"/>
                </a:moveTo>
                <a:lnTo>
                  <a:pt x="0" y="6240016"/>
                </a:lnTo>
                <a:lnTo>
                  <a:pt x="921827" y="6240016"/>
                </a:lnTo>
                <a:lnTo>
                  <a:pt x="877464" y="6206986"/>
                </a:lnTo>
                <a:cubicBezTo>
                  <a:pt x="498816" y="5832433"/>
                  <a:pt x="1067071" y="4347112"/>
                  <a:pt x="1720124" y="3319666"/>
                </a:cubicBezTo>
                <a:cubicBezTo>
                  <a:pt x="2767903" y="1675751"/>
                  <a:pt x="2938674" y="700400"/>
                  <a:pt x="1778012" y="0"/>
                </a:cubicBezTo>
                <a:cubicBezTo>
                  <a:pt x="950209" y="451498"/>
                  <a:pt x="400993" y="607786"/>
                  <a:pt x="36658" y="619001"/>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9" name="Retângulo 43">
            <a:extLst>
              <a:ext uri="{FF2B5EF4-FFF2-40B4-BE49-F238E27FC236}">
                <a16:creationId xmlns:a16="http://schemas.microsoft.com/office/drawing/2014/main" id="{25FC8637-25BD-4C09-AF25-56B4243DAB3D}"/>
              </a:ext>
            </a:extLst>
          </p:cNvPr>
          <p:cNvSpPr/>
          <p:nvPr userDrawn="1"/>
        </p:nvSpPr>
        <p:spPr>
          <a:xfrm>
            <a:off x="11665391" y="6555758"/>
            <a:ext cx="360997" cy="215444"/>
          </a:xfrm>
          <a:prstGeom prst="rect">
            <a:avLst/>
          </a:prstGeom>
        </p:spPr>
        <p:txBody>
          <a:bodyPr wrap="none">
            <a:spAutoFit/>
          </a:bodyPr>
          <a:lstStyle/>
          <a:p>
            <a:pPr algn="r"/>
            <a:fld id="{0502E5A9-B53C-401E-A0E0-4A359BB0A9E5}" type="slidenum">
              <a:rPr lang="en-US" sz="800" smtClean="0">
                <a:solidFill>
                  <a:schemeClr val="bg1"/>
                </a:solidFill>
                <a:cs typeface="Arial" panose="020B0604020202020204" pitchFamily="34" charset="0"/>
              </a:rPr>
              <a:t>‹#›</a:t>
            </a:fld>
            <a:endParaRPr lang="en-US" sz="800" dirty="0">
              <a:solidFill>
                <a:schemeClr val="bg1"/>
              </a:solidFill>
              <a:cs typeface="Arial" panose="020B0604020202020204" pitchFamily="34" charset="0"/>
            </a:endParaRPr>
          </a:p>
        </p:txBody>
      </p:sp>
      <p:cxnSp>
        <p:nvCxnSpPr>
          <p:cNvPr id="11"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3283674"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12" name="Rectangle 27">
            <a:hlinkClick r:id="rId2"/>
            <a:extLst>
              <a:ext uri="{FF2B5EF4-FFF2-40B4-BE49-F238E27FC236}">
                <a16:creationId xmlns:a16="http://schemas.microsoft.com/office/drawing/2014/main" id="{F376ABD1-4930-42EB-9A73-9A9C7C6BF2D3}"/>
              </a:ext>
            </a:extLst>
          </p:cNvPr>
          <p:cNvSpPr/>
          <p:nvPr userDrawn="1"/>
        </p:nvSpPr>
        <p:spPr>
          <a:xfrm>
            <a:off x="407988" y="6555971"/>
            <a:ext cx="2829007" cy="219456"/>
          </a:xfrm>
          <a:prstGeom prst="rect">
            <a:avLst/>
          </a:prstGeom>
        </p:spPr>
        <p:txBody>
          <a:bodyPr wrap="square" lIns="0" tIns="0" rIns="0" bIns="0" anchor="ctr" anchorCtr="0">
            <a:noAutofit/>
          </a:bodyPr>
          <a:lstStyle/>
          <a:p>
            <a:pPr lvl="0" algn="l" defTabSz="914400">
              <a:lnSpc>
                <a:spcPct val="85000"/>
              </a:lnSpc>
              <a:defRPr/>
            </a:pPr>
            <a:r>
              <a:rPr lang="en-US" sz="800" kern="0" dirty="0">
                <a:solidFill>
                  <a:srgbClr val="00458D"/>
                </a:solidFill>
                <a:latin typeface="+mj-lt"/>
                <a:cs typeface="Arial" panose="020B0604020202020204" pitchFamily="34" charset="0"/>
              </a:rPr>
              <a:t>Presentation Title | Author | Date</a:t>
            </a:r>
          </a:p>
        </p:txBody>
      </p:sp>
      <p:sp>
        <p:nvSpPr>
          <p:cNvPr id="13" name="Retângulo 43">
            <a:extLst>
              <a:ext uri="{FF2B5EF4-FFF2-40B4-BE49-F238E27FC236}">
                <a16:creationId xmlns:a16="http://schemas.microsoft.com/office/drawing/2014/main" id="{834ADCB4-BFB1-450D-8F6D-64217F4CD92C}"/>
              </a:ext>
            </a:extLst>
          </p:cNvPr>
          <p:cNvSpPr/>
          <p:nvPr userDrawn="1"/>
        </p:nvSpPr>
        <p:spPr>
          <a:xfrm>
            <a:off x="3411379" y="6555758"/>
            <a:ext cx="2223686" cy="219456"/>
          </a:xfrm>
          <a:prstGeom prst="rect">
            <a:avLst/>
          </a:prstGeom>
        </p:spPr>
        <p:txBody>
          <a:bodyPr wrap="none" lIns="0" tIns="0" rIns="0" bIns="0" anchor="ctr">
            <a:noAutofit/>
          </a:bodyPr>
          <a:lstStyle/>
          <a:p>
            <a:pPr algn="l"/>
            <a:r>
              <a:rPr lang="en-US" sz="800" dirty="0">
                <a:solidFill>
                  <a:schemeClr val="bg2">
                    <a:lumMod val="50000"/>
                  </a:schemeClr>
                </a:solidFill>
                <a:cs typeface="Arial" panose="020B0604020202020204" pitchFamily="34" charset="0"/>
              </a:rPr>
              <a:t>© 2017 Capgemini. All rights reserved.</a:t>
            </a:r>
          </a:p>
        </p:txBody>
      </p:sp>
      <p:sp>
        <p:nvSpPr>
          <p:cNvPr id="14"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407988" y="404813"/>
            <a:ext cx="5832475" cy="863600"/>
          </a:xfrm>
          <a:prstGeom prst="rect">
            <a:avLst/>
          </a:prstGeom>
        </p:spPr>
        <p:txBody>
          <a:bodyPr vert="horz" lIns="0" tIns="0" rIns="0" bIns="0" rtlCol="0" anchor="t">
            <a:normAutofit/>
          </a:bodyPr>
          <a:lstStyle>
            <a:lvl1pPr>
              <a:defRPr lang="pt-PT" dirty="0">
                <a:solidFill>
                  <a:schemeClr val="accent3"/>
                </a:solidFill>
              </a:defRPr>
            </a:lvl1pPr>
          </a:lstStyle>
          <a:p>
            <a:pPr lvl="0">
              <a:lnSpc>
                <a:spcPts val="3000"/>
              </a:lnSpc>
            </a:pPr>
            <a:r>
              <a:rPr lang="en-US" dirty="0"/>
              <a:t>Click to add title</a:t>
            </a:r>
            <a:endParaRPr lang="pt-PT" dirty="0"/>
          </a:p>
        </p:txBody>
      </p:sp>
      <p:sp>
        <p:nvSpPr>
          <p:cNvPr id="17" name="Text Placeholder 7">
            <a:extLst>
              <a:ext uri="{FF2B5EF4-FFF2-40B4-BE49-F238E27FC236}">
                <a16:creationId xmlns:a16="http://schemas.microsoft.com/office/drawing/2014/main" id="{9228FC83-C11D-47F2-8BDE-B10D125E5E87}"/>
              </a:ext>
            </a:extLst>
          </p:cNvPr>
          <p:cNvSpPr>
            <a:spLocks noGrp="1"/>
          </p:cNvSpPr>
          <p:nvPr>
            <p:ph type="body" sz="quarter" idx="35" hasCustomPrompt="1"/>
          </p:nvPr>
        </p:nvSpPr>
        <p:spPr>
          <a:xfrm>
            <a:off x="407989" y="4005163"/>
            <a:ext cx="2875686" cy="1368152"/>
          </a:xfrm>
          <a:prstGeom prst="rect">
            <a:avLst/>
          </a:prstGeom>
        </p:spPr>
        <p:txBody>
          <a:bodyPr>
            <a:noAutofit/>
          </a:bodyPr>
          <a:lstStyle>
            <a:lvl1pPr>
              <a:lnSpc>
                <a:spcPts val="2200"/>
              </a:lnSpc>
              <a:defRPr sz="1800">
                <a:solidFill>
                  <a:schemeClr val="tx1"/>
                </a:solidFill>
              </a:defRPr>
            </a:lvl1pPr>
            <a:lvl2pPr marL="231775" indent="-227013">
              <a:lnSpc>
                <a:spcPts val="1800"/>
              </a:lnSpc>
              <a:buClr>
                <a:schemeClr val="accent3"/>
              </a:buClr>
              <a:defRPr sz="1600">
                <a:solidFill>
                  <a:schemeClr val="tx1"/>
                </a:solidFill>
              </a:defRPr>
            </a:lvl2pPr>
            <a:lvl3pPr marL="463550" indent="-231775">
              <a:lnSpc>
                <a:spcPts val="1600"/>
              </a:lnSpc>
              <a:buClr>
                <a:schemeClr val="accent3"/>
              </a:buClr>
              <a:defRPr sz="1400">
                <a:solidFill>
                  <a:schemeClr val="tx1"/>
                </a:solidFill>
              </a:defRPr>
            </a:lvl3pPr>
            <a:lvl4pPr marL="682625" indent="-219075">
              <a:lnSpc>
                <a:spcPts val="1400"/>
              </a:lnSpc>
              <a:buClr>
                <a:schemeClr val="accent3"/>
              </a:buClr>
              <a:defRPr sz="1200">
                <a:solidFill>
                  <a:schemeClr val="tx1"/>
                </a:solidFill>
              </a:defRPr>
            </a:lvl4pPr>
            <a:lvl5pPr>
              <a:lnSpc>
                <a:spcPct val="100000"/>
              </a:lnSpc>
              <a:defRPr sz="1200">
                <a:solidFill>
                  <a:schemeClr val="tx1"/>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
        <p:nvSpPr>
          <p:cNvPr id="22" name="Text Placeholder 7">
            <a:extLst>
              <a:ext uri="{FF2B5EF4-FFF2-40B4-BE49-F238E27FC236}">
                <a16:creationId xmlns:a16="http://schemas.microsoft.com/office/drawing/2014/main" id="{9228FC83-C11D-47F2-8BDE-B10D125E5E87}"/>
              </a:ext>
            </a:extLst>
          </p:cNvPr>
          <p:cNvSpPr>
            <a:spLocks noGrp="1"/>
          </p:cNvSpPr>
          <p:nvPr>
            <p:ph type="body" sz="quarter" idx="36" hasCustomPrompt="1"/>
          </p:nvPr>
        </p:nvSpPr>
        <p:spPr>
          <a:xfrm>
            <a:off x="3510006" y="4005163"/>
            <a:ext cx="2875686" cy="1368152"/>
          </a:xfrm>
          <a:prstGeom prst="rect">
            <a:avLst/>
          </a:prstGeom>
        </p:spPr>
        <p:txBody>
          <a:bodyPr>
            <a:noAutofit/>
          </a:bodyPr>
          <a:lstStyle>
            <a:lvl1pPr>
              <a:lnSpc>
                <a:spcPts val="2200"/>
              </a:lnSpc>
              <a:defRPr sz="1800">
                <a:solidFill>
                  <a:schemeClr val="tx1"/>
                </a:solidFill>
              </a:defRPr>
            </a:lvl1pPr>
            <a:lvl2pPr marL="231775" indent="-227013">
              <a:lnSpc>
                <a:spcPts val="1800"/>
              </a:lnSpc>
              <a:buClr>
                <a:schemeClr val="accent3"/>
              </a:buClr>
              <a:defRPr sz="1600">
                <a:solidFill>
                  <a:schemeClr val="tx1"/>
                </a:solidFill>
              </a:defRPr>
            </a:lvl2pPr>
            <a:lvl3pPr marL="463550" indent="-231775">
              <a:lnSpc>
                <a:spcPts val="1600"/>
              </a:lnSpc>
              <a:buClr>
                <a:schemeClr val="accent3"/>
              </a:buClr>
              <a:defRPr sz="1400">
                <a:solidFill>
                  <a:schemeClr val="tx1"/>
                </a:solidFill>
              </a:defRPr>
            </a:lvl3pPr>
            <a:lvl4pPr marL="682625" indent="-219075">
              <a:lnSpc>
                <a:spcPts val="1400"/>
              </a:lnSpc>
              <a:buClr>
                <a:schemeClr val="accent3"/>
              </a:buClr>
              <a:defRPr sz="1200">
                <a:solidFill>
                  <a:schemeClr val="tx1"/>
                </a:solidFill>
              </a:defRPr>
            </a:lvl4pPr>
            <a:lvl5pPr>
              <a:lnSpc>
                <a:spcPct val="100000"/>
              </a:lnSpc>
              <a:defRPr sz="1200">
                <a:solidFill>
                  <a:schemeClr val="tx1"/>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
        <p:nvSpPr>
          <p:cNvPr id="23" name="Text Placeholder 7">
            <a:extLst>
              <a:ext uri="{FF2B5EF4-FFF2-40B4-BE49-F238E27FC236}">
                <a16:creationId xmlns:a16="http://schemas.microsoft.com/office/drawing/2014/main" id="{9228FC83-C11D-47F2-8BDE-B10D125E5E87}"/>
              </a:ext>
            </a:extLst>
          </p:cNvPr>
          <p:cNvSpPr>
            <a:spLocks noGrp="1"/>
          </p:cNvSpPr>
          <p:nvPr>
            <p:ph type="body" sz="quarter" idx="37" hasCustomPrompt="1"/>
          </p:nvPr>
        </p:nvSpPr>
        <p:spPr>
          <a:xfrm>
            <a:off x="6612023" y="4005163"/>
            <a:ext cx="2875686" cy="1368152"/>
          </a:xfrm>
          <a:prstGeom prst="rect">
            <a:avLst/>
          </a:prstGeom>
        </p:spPr>
        <p:txBody>
          <a:bodyPr>
            <a:noAutofit/>
          </a:bodyPr>
          <a:lstStyle>
            <a:lvl1pPr>
              <a:lnSpc>
                <a:spcPts val="2200"/>
              </a:lnSpc>
              <a:defRPr sz="1800">
                <a:solidFill>
                  <a:schemeClr val="tx1"/>
                </a:solidFill>
              </a:defRPr>
            </a:lvl1pPr>
            <a:lvl2pPr marL="231775" indent="-227013">
              <a:lnSpc>
                <a:spcPts val="1800"/>
              </a:lnSpc>
              <a:buClr>
                <a:schemeClr val="accent3"/>
              </a:buClr>
              <a:defRPr sz="1600">
                <a:solidFill>
                  <a:schemeClr val="tx1"/>
                </a:solidFill>
              </a:defRPr>
            </a:lvl2pPr>
            <a:lvl3pPr marL="463550" indent="-231775">
              <a:lnSpc>
                <a:spcPts val="1600"/>
              </a:lnSpc>
              <a:buClr>
                <a:schemeClr val="accent3"/>
              </a:buClr>
              <a:defRPr sz="1400">
                <a:solidFill>
                  <a:schemeClr val="tx1"/>
                </a:solidFill>
              </a:defRPr>
            </a:lvl3pPr>
            <a:lvl4pPr marL="682625" indent="-219075">
              <a:lnSpc>
                <a:spcPts val="1400"/>
              </a:lnSpc>
              <a:buClr>
                <a:schemeClr val="accent3"/>
              </a:buClr>
              <a:defRPr sz="1200">
                <a:solidFill>
                  <a:schemeClr val="tx1"/>
                </a:solidFill>
              </a:defRPr>
            </a:lvl4pPr>
            <a:lvl5pPr>
              <a:lnSpc>
                <a:spcPct val="100000"/>
              </a:lnSpc>
              <a:defRPr sz="1200">
                <a:solidFill>
                  <a:schemeClr val="tx1"/>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pic>
        <p:nvPicPr>
          <p:cNvPr id="24" name="Graphic 4">
            <a:extLst>
              <a:ext uri="{FF2B5EF4-FFF2-40B4-BE49-F238E27FC236}">
                <a16:creationId xmlns:a16="http://schemas.microsoft.com/office/drawing/2014/main" id="{25EEA1D4-3AF7-42D7-AE97-AE404AECFAEB}"/>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81836" t="-4713" b="16530"/>
          <a:stretch/>
        </p:blipFill>
        <p:spPr>
          <a:xfrm>
            <a:off x="11547793" y="188640"/>
            <a:ext cx="424356" cy="459624"/>
          </a:xfrm>
          <a:prstGeom prst="rect">
            <a:avLst/>
          </a:prstGeom>
        </p:spPr>
      </p:pic>
    </p:spTree>
    <p:extLst>
      <p:ext uri="{BB962C8B-B14F-4D97-AF65-F5344CB8AC3E}">
        <p14:creationId xmlns:p14="http://schemas.microsoft.com/office/powerpoint/2010/main" val="80924621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Boxed Content">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AC8E1C88-76B5-4FBC-8619-E07B3932BC02}"/>
              </a:ext>
            </a:extLst>
          </p:cNvPr>
          <p:cNvSpPr/>
          <p:nvPr userDrawn="1"/>
        </p:nvSpPr>
        <p:spPr>
          <a:xfrm>
            <a:off x="493845" y="1468437"/>
            <a:ext cx="1935249" cy="922420"/>
          </a:xfrm>
          <a:prstGeom prst="rect">
            <a:avLst/>
          </a:prstGeom>
          <a:solidFill>
            <a:srgbClr val="92D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solidFill>
                <a:schemeClr val="bg1"/>
              </a:solidFill>
            </a:endParaRPr>
          </a:p>
        </p:txBody>
      </p:sp>
      <p:sp>
        <p:nvSpPr>
          <p:cNvPr id="24" name="Rectangle 23">
            <a:extLst>
              <a:ext uri="{FF2B5EF4-FFF2-40B4-BE49-F238E27FC236}">
                <a16:creationId xmlns:a16="http://schemas.microsoft.com/office/drawing/2014/main" id="{AC8E1C88-76B5-4FBC-8619-E07B3932BC02}"/>
              </a:ext>
            </a:extLst>
          </p:cNvPr>
          <p:cNvSpPr/>
          <p:nvPr userDrawn="1"/>
        </p:nvSpPr>
        <p:spPr>
          <a:xfrm>
            <a:off x="2813183" y="1468437"/>
            <a:ext cx="1935249" cy="922420"/>
          </a:xfrm>
          <a:prstGeom prst="rect">
            <a:avLst/>
          </a:prstGeom>
          <a:solidFill>
            <a:srgbClr val="92D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solidFill>
                <a:schemeClr val="bg1"/>
              </a:solidFill>
            </a:endParaRPr>
          </a:p>
        </p:txBody>
      </p:sp>
      <p:sp>
        <p:nvSpPr>
          <p:cNvPr id="25" name="Rectangle 24">
            <a:extLst>
              <a:ext uri="{FF2B5EF4-FFF2-40B4-BE49-F238E27FC236}">
                <a16:creationId xmlns:a16="http://schemas.microsoft.com/office/drawing/2014/main" id="{AC8E1C88-76B5-4FBC-8619-E07B3932BC02}"/>
              </a:ext>
            </a:extLst>
          </p:cNvPr>
          <p:cNvSpPr/>
          <p:nvPr userDrawn="1"/>
        </p:nvSpPr>
        <p:spPr>
          <a:xfrm>
            <a:off x="5132521" y="1468437"/>
            <a:ext cx="1935249" cy="922420"/>
          </a:xfrm>
          <a:prstGeom prst="rect">
            <a:avLst/>
          </a:prstGeom>
          <a:solidFill>
            <a:srgbClr val="92D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solidFill>
                <a:schemeClr val="bg1"/>
              </a:solidFill>
            </a:endParaRPr>
          </a:p>
        </p:txBody>
      </p:sp>
      <p:sp>
        <p:nvSpPr>
          <p:cNvPr id="26" name="Rectangle 25">
            <a:extLst>
              <a:ext uri="{FF2B5EF4-FFF2-40B4-BE49-F238E27FC236}">
                <a16:creationId xmlns:a16="http://schemas.microsoft.com/office/drawing/2014/main" id="{AC8E1C88-76B5-4FBC-8619-E07B3932BC02}"/>
              </a:ext>
            </a:extLst>
          </p:cNvPr>
          <p:cNvSpPr/>
          <p:nvPr userDrawn="1"/>
        </p:nvSpPr>
        <p:spPr>
          <a:xfrm>
            <a:off x="7451859" y="1468437"/>
            <a:ext cx="1935249" cy="922420"/>
          </a:xfrm>
          <a:prstGeom prst="rect">
            <a:avLst/>
          </a:prstGeom>
          <a:solidFill>
            <a:srgbClr val="92D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solidFill>
                <a:schemeClr val="bg1"/>
              </a:solidFill>
            </a:endParaRPr>
          </a:p>
        </p:txBody>
      </p:sp>
      <p:sp>
        <p:nvSpPr>
          <p:cNvPr id="27" name="Rectangle 26">
            <a:extLst>
              <a:ext uri="{FF2B5EF4-FFF2-40B4-BE49-F238E27FC236}">
                <a16:creationId xmlns:a16="http://schemas.microsoft.com/office/drawing/2014/main" id="{AC8E1C88-76B5-4FBC-8619-E07B3932BC02}"/>
              </a:ext>
            </a:extLst>
          </p:cNvPr>
          <p:cNvSpPr/>
          <p:nvPr userDrawn="1"/>
        </p:nvSpPr>
        <p:spPr>
          <a:xfrm>
            <a:off x="9771195" y="1468437"/>
            <a:ext cx="1935249" cy="922420"/>
          </a:xfrm>
          <a:prstGeom prst="rect">
            <a:avLst/>
          </a:prstGeom>
          <a:solidFill>
            <a:srgbClr val="92D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solidFill>
                <a:schemeClr val="bg1"/>
              </a:solidFill>
            </a:endParaRPr>
          </a:p>
        </p:txBody>
      </p:sp>
      <p:sp>
        <p:nvSpPr>
          <p:cNvPr id="60" name="Text Placeholder 7">
            <a:extLst>
              <a:ext uri="{FF2B5EF4-FFF2-40B4-BE49-F238E27FC236}">
                <a16:creationId xmlns:a16="http://schemas.microsoft.com/office/drawing/2014/main" id="{A10BB4E8-B0D3-4206-AC65-A368938B1CD5}"/>
              </a:ext>
            </a:extLst>
          </p:cNvPr>
          <p:cNvSpPr>
            <a:spLocks noGrp="1"/>
          </p:cNvSpPr>
          <p:nvPr>
            <p:ph type="body" sz="quarter" idx="15" hasCustomPrompt="1"/>
          </p:nvPr>
        </p:nvSpPr>
        <p:spPr>
          <a:xfrm>
            <a:off x="10317717" y="1713623"/>
            <a:ext cx="1282371" cy="432048"/>
          </a:xfrm>
          <a:prstGeom prst="rect">
            <a:avLst/>
          </a:prstGeom>
        </p:spPr>
        <p:txBody>
          <a:bodyPr anchor="ctr">
            <a:noAutofit/>
          </a:bodyPr>
          <a:lstStyle>
            <a:lvl1pPr>
              <a:lnSpc>
                <a:spcPts val="1400"/>
              </a:lnSpc>
              <a:spcBef>
                <a:spcPts val="600"/>
              </a:spcBef>
              <a:defRPr sz="1200" b="1"/>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Click to insert title</a:t>
            </a:r>
          </a:p>
        </p:txBody>
      </p:sp>
      <p:sp>
        <p:nvSpPr>
          <p:cNvPr id="13" name="Retângulo 43">
            <a:extLst>
              <a:ext uri="{FF2B5EF4-FFF2-40B4-BE49-F238E27FC236}">
                <a16:creationId xmlns:a16="http://schemas.microsoft.com/office/drawing/2014/main" id="{25FC8637-25BD-4C09-AF25-56B4243DAB3D}"/>
              </a:ext>
            </a:extLst>
          </p:cNvPr>
          <p:cNvSpPr/>
          <p:nvPr userDrawn="1"/>
        </p:nvSpPr>
        <p:spPr>
          <a:xfrm>
            <a:off x="11784013" y="6555758"/>
            <a:ext cx="242375" cy="215444"/>
          </a:xfrm>
          <a:prstGeom prst="rect">
            <a:avLst/>
          </a:prstGeom>
        </p:spPr>
        <p:txBody>
          <a:bodyPr wrap="none">
            <a:spAutoFit/>
          </a:bodyPr>
          <a:lstStyle/>
          <a:p>
            <a:pPr algn="r"/>
            <a:fld id="{0502E5A9-B53C-401E-A0E0-4A359BB0A9E5}" type="slidenum">
              <a:rPr lang="en-US" sz="800" smtClean="0">
                <a:solidFill>
                  <a:prstClr val="black">
                    <a:lumMod val="50000"/>
                    <a:lumOff val="50000"/>
                  </a:prstClr>
                </a:solidFill>
                <a:cs typeface="Arial" panose="020B0604020202020204" pitchFamily="34" charset="0"/>
              </a:rPr>
              <a:t>‹#›</a:t>
            </a:fld>
            <a:endParaRPr lang="en-US" sz="800" dirty="0">
              <a:solidFill>
                <a:prstClr val="black">
                  <a:lumMod val="50000"/>
                  <a:lumOff val="50000"/>
                </a:prstClr>
              </a:solidFill>
              <a:cs typeface="Arial" panose="020B0604020202020204" pitchFamily="34" charset="0"/>
            </a:endParaRPr>
          </a:p>
        </p:txBody>
      </p:sp>
      <p:cxnSp>
        <p:nvCxnSpPr>
          <p:cNvPr id="14"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3283674"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15" name="Rectangle 27">
            <a:hlinkClick r:id="rId2"/>
            <a:extLst>
              <a:ext uri="{FF2B5EF4-FFF2-40B4-BE49-F238E27FC236}">
                <a16:creationId xmlns:a16="http://schemas.microsoft.com/office/drawing/2014/main" id="{F376ABD1-4930-42EB-9A73-9A9C7C6BF2D3}"/>
              </a:ext>
            </a:extLst>
          </p:cNvPr>
          <p:cNvSpPr/>
          <p:nvPr userDrawn="1"/>
        </p:nvSpPr>
        <p:spPr>
          <a:xfrm>
            <a:off x="407988" y="6555971"/>
            <a:ext cx="2829007" cy="219456"/>
          </a:xfrm>
          <a:prstGeom prst="rect">
            <a:avLst/>
          </a:prstGeom>
        </p:spPr>
        <p:txBody>
          <a:bodyPr wrap="square" lIns="0" tIns="0" rIns="0" bIns="0" anchor="ctr" anchorCtr="0">
            <a:noAutofit/>
          </a:bodyPr>
          <a:lstStyle/>
          <a:p>
            <a:pPr lvl="0" algn="l" defTabSz="914400">
              <a:lnSpc>
                <a:spcPct val="85000"/>
              </a:lnSpc>
              <a:defRPr/>
            </a:pPr>
            <a:r>
              <a:rPr lang="en-US" sz="800" kern="0" dirty="0">
                <a:solidFill>
                  <a:srgbClr val="00458D"/>
                </a:solidFill>
                <a:latin typeface="+mj-lt"/>
                <a:cs typeface="Arial" panose="020B0604020202020204" pitchFamily="34" charset="0"/>
              </a:rPr>
              <a:t>Presentation Title | Author | Date</a:t>
            </a:r>
          </a:p>
        </p:txBody>
      </p:sp>
      <p:sp>
        <p:nvSpPr>
          <p:cNvPr id="16" name="Retângulo 43">
            <a:extLst>
              <a:ext uri="{FF2B5EF4-FFF2-40B4-BE49-F238E27FC236}">
                <a16:creationId xmlns:a16="http://schemas.microsoft.com/office/drawing/2014/main" id="{834ADCB4-BFB1-450D-8F6D-64217F4CD92C}"/>
              </a:ext>
            </a:extLst>
          </p:cNvPr>
          <p:cNvSpPr/>
          <p:nvPr userDrawn="1"/>
        </p:nvSpPr>
        <p:spPr>
          <a:xfrm>
            <a:off x="3411379" y="6555758"/>
            <a:ext cx="2223686" cy="219456"/>
          </a:xfrm>
          <a:prstGeom prst="rect">
            <a:avLst/>
          </a:prstGeom>
        </p:spPr>
        <p:txBody>
          <a:bodyPr wrap="none" lIns="0" tIns="0" rIns="0" bIns="0" anchor="ctr">
            <a:noAutofit/>
          </a:bodyPr>
          <a:lstStyle/>
          <a:p>
            <a:pPr algn="l"/>
            <a:r>
              <a:rPr lang="en-US" sz="800" dirty="0">
                <a:solidFill>
                  <a:schemeClr val="bg2">
                    <a:lumMod val="50000"/>
                  </a:schemeClr>
                </a:solidFill>
                <a:cs typeface="Arial" panose="020B0604020202020204" pitchFamily="34" charset="0"/>
              </a:rPr>
              <a:t>© 2017 Capgemini. All rights reserved.</a:t>
            </a:r>
          </a:p>
        </p:txBody>
      </p:sp>
      <p:sp>
        <p:nvSpPr>
          <p:cNvPr id="17"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407988" y="404813"/>
            <a:ext cx="10944596" cy="863600"/>
          </a:xfrm>
          <a:prstGeom prst="rect">
            <a:avLst/>
          </a:prstGeom>
        </p:spPr>
        <p:txBody>
          <a:bodyPr vert="horz" lIns="0" tIns="0" rIns="0" bIns="0" rtlCol="0" anchor="t">
            <a:normAutofit/>
          </a:bodyPr>
          <a:lstStyle>
            <a:lvl1pPr>
              <a:defRPr lang="pt-PT" dirty="0"/>
            </a:lvl1pPr>
          </a:lstStyle>
          <a:p>
            <a:pPr lvl="0">
              <a:lnSpc>
                <a:spcPts val="3000"/>
              </a:lnSpc>
            </a:pPr>
            <a:r>
              <a:rPr lang="en-US" dirty="0"/>
              <a:t>Click to add title</a:t>
            </a:r>
            <a:endParaRPr lang="pt-PT" dirty="0"/>
          </a:p>
        </p:txBody>
      </p:sp>
      <p:sp>
        <p:nvSpPr>
          <p:cNvPr id="18" name="Rectangle 17">
            <a:extLst>
              <a:ext uri="{FF2B5EF4-FFF2-40B4-BE49-F238E27FC236}">
                <a16:creationId xmlns:a16="http://schemas.microsoft.com/office/drawing/2014/main" id="{86304B18-FE01-4A88-AA17-A2A76AB7E3F6}"/>
              </a:ext>
            </a:extLst>
          </p:cNvPr>
          <p:cNvSpPr/>
          <p:nvPr userDrawn="1"/>
        </p:nvSpPr>
        <p:spPr>
          <a:xfrm>
            <a:off x="409909" y="1412874"/>
            <a:ext cx="2103120" cy="5040313"/>
          </a:xfrm>
          <a:prstGeom prst="rect">
            <a:avLst/>
          </a:prstGeom>
          <a:noFill/>
          <a:ln w="28575">
            <a:solidFill>
              <a:srgbClr val="D9D9D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20" name="Rectangle 19">
            <a:extLst>
              <a:ext uri="{FF2B5EF4-FFF2-40B4-BE49-F238E27FC236}">
                <a16:creationId xmlns:a16="http://schemas.microsoft.com/office/drawing/2014/main" id="{86304B18-FE01-4A88-AA17-A2A76AB7E3F6}"/>
              </a:ext>
            </a:extLst>
          </p:cNvPr>
          <p:cNvSpPr/>
          <p:nvPr userDrawn="1"/>
        </p:nvSpPr>
        <p:spPr>
          <a:xfrm>
            <a:off x="2729247" y="1412874"/>
            <a:ext cx="2103120" cy="5040313"/>
          </a:xfrm>
          <a:prstGeom prst="rect">
            <a:avLst/>
          </a:prstGeom>
          <a:noFill/>
          <a:ln w="28575">
            <a:solidFill>
              <a:srgbClr val="D9D9D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21" name="Rectangle 20">
            <a:extLst>
              <a:ext uri="{FF2B5EF4-FFF2-40B4-BE49-F238E27FC236}">
                <a16:creationId xmlns:a16="http://schemas.microsoft.com/office/drawing/2014/main" id="{86304B18-FE01-4A88-AA17-A2A76AB7E3F6}"/>
              </a:ext>
            </a:extLst>
          </p:cNvPr>
          <p:cNvSpPr/>
          <p:nvPr userDrawn="1"/>
        </p:nvSpPr>
        <p:spPr>
          <a:xfrm>
            <a:off x="5048585" y="1412874"/>
            <a:ext cx="2103120" cy="5040313"/>
          </a:xfrm>
          <a:prstGeom prst="rect">
            <a:avLst/>
          </a:prstGeom>
          <a:noFill/>
          <a:ln w="28575">
            <a:solidFill>
              <a:srgbClr val="D9D9D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22" name="Rectangle 21">
            <a:extLst>
              <a:ext uri="{FF2B5EF4-FFF2-40B4-BE49-F238E27FC236}">
                <a16:creationId xmlns:a16="http://schemas.microsoft.com/office/drawing/2014/main" id="{86304B18-FE01-4A88-AA17-A2A76AB7E3F6}"/>
              </a:ext>
            </a:extLst>
          </p:cNvPr>
          <p:cNvSpPr/>
          <p:nvPr userDrawn="1"/>
        </p:nvSpPr>
        <p:spPr>
          <a:xfrm>
            <a:off x="7367923" y="1412874"/>
            <a:ext cx="2103120" cy="5040313"/>
          </a:xfrm>
          <a:prstGeom prst="rect">
            <a:avLst/>
          </a:prstGeom>
          <a:noFill/>
          <a:ln w="28575">
            <a:solidFill>
              <a:srgbClr val="D9D9D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23" name="Rectangle 22">
            <a:extLst>
              <a:ext uri="{FF2B5EF4-FFF2-40B4-BE49-F238E27FC236}">
                <a16:creationId xmlns:a16="http://schemas.microsoft.com/office/drawing/2014/main" id="{86304B18-FE01-4A88-AA17-A2A76AB7E3F6}"/>
              </a:ext>
            </a:extLst>
          </p:cNvPr>
          <p:cNvSpPr/>
          <p:nvPr userDrawn="1"/>
        </p:nvSpPr>
        <p:spPr>
          <a:xfrm>
            <a:off x="9687259" y="1412874"/>
            <a:ext cx="2103120" cy="5040313"/>
          </a:xfrm>
          <a:prstGeom prst="rect">
            <a:avLst/>
          </a:prstGeom>
          <a:noFill/>
          <a:ln w="28575">
            <a:solidFill>
              <a:srgbClr val="D9D9D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28" name="Text Placeholder 7">
            <a:extLst>
              <a:ext uri="{FF2B5EF4-FFF2-40B4-BE49-F238E27FC236}">
                <a16:creationId xmlns:a16="http://schemas.microsoft.com/office/drawing/2014/main" id="{9228FC83-C11D-47F2-8BDE-B10D125E5E87}"/>
              </a:ext>
            </a:extLst>
          </p:cNvPr>
          <p:cNvSpPr>
            <a:spLocks noGrp="1"/>
          </p:cNvSpPr>
          <p:nvPr>
            <p:ph type="body" sz="quarter" idx="32" hasCustomPrompt="1"/>
          </p:nvPr>
        </p:nvSpPr>
        <p:spPr>
          <a:xfrm>
            <a:off x="493845" y="2535318"/>
            <a:ext cx="1935249" cy="3846010"/>
          </a:xfrm>
          <a:prstGeom prst="rect">
            <a:avLst/>
          </a:prstGeom>
        </p:spPr>
        <p:txBody>
          <a:bodyPr>
            <a:noAutofit/>
          </a:bodyPr>
          <a:lstStyle>
            <a:lvl1pPr>
              <a:lnSpc>
                <a:spcPts val="1600"/>
              </a:lnSpc>
              <a:defRPr sz="1400">
                <a:solidFill>
                  <a:schemeClr val="tx1"/>
                </a:solidFill>
              </a:defRPr>
            </a:lvl1pPr>
            <a:lvl2pPr marL="173038" indent="-168275">
              <a:lnSpc>
                <a:spcPts val="1400"/>
              </a:lnSpc>
              <a:defRPr sz="1200">
                <a:solidFill>
                  <a:schemeClr val="tx1"/>
                </a:solidFill>
              </a:defRPr>
            </a:lvl2pPr>
            <a:lvl3pPr marL="347663" indent="-174625">
              <a:lnSpc>
                <a:spcPts val="1400"/>
              </a:lnSpc>
              <a:defRPr sz="1200">
                <a:solidFill>
                  <a:schemeClr val="tx1"/>
                </a:solidFill>
              </a:defRPr>
            </a:lvl3pPr>
            <a:lvl4pPr marL="509588" indent="-161925">
              <a:lnSpc>
                <a:spcPts val="1200"/>
              </a:lnSpc>
              <a:defRPr sz="1100">
                <a:solidFill>
                  <a:schemeClr val="tx1"/>
                </a:solidFill>
              </a:defRPr>
            </a:lvl4pPr>
            <a:lvl5pPr>
              <a:lnSpc>
                <a:spcPct val="100000"/>
              </a:lnSpc>
              <a:defRPr sz="1200">
                <a:solidFill>
                  <a:schemeClr val="tx1"/>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
        <p:nvSpPr>
          <p:cNvPr id="29" name="Text Placeholder 7">
            <a:extLst>
              <a:ext uri="{FF2B5EF4-FFF2-40B4-BE49-F238E27FC236}">
                <a16:creationId xmlns:a16="http://schemas.microsoft.com/office/drawing/2014/main" id="{9228FC83-C11D-47F2-8BDE-B10D125E5E87}"/>
              </a:ext>
            </a:extLst>
          </p:cNvPr>
          <p:cNvSpPr>
            <a:spLocks noGrp="1"/>
          </p:cNvSpPr>
          <p:nvPr>
            <p:ph type="body" sz="quarter" idx="33" hasCustomPrompt="1"/>
          </p:nvPr>
        </p:nvSpPr>
        <p:spPr>
          <a:xfrm>
            <a:off x="2813183" y="2535318"/>
            <a:ext cx="1935249" cy="3846010"/>
          </a:xfrm>
          <a:prstGeom prst="rect">
            <a:avLst/>
          </a:prstGeom>
        </p:spPr>
        <p:txBody>
          <a:bodyPr>
            <a:noAutofit/>
          </a:bodyPr>
          <a:lstStyle>
            <a:lvl1pPr>
              <a:lnSpc>
                <a:spcPts val="1600"/>
              </a:lnSpc>
              <a:defRPr sz="1400">
                <a:solidFill>
                  <a:schemeClr val="tx1"/>
                </a:solidFill>
              </a:defRPr>
            </a:lvl1pPr>
            <a:lvl2pPr marL="173038" indent="-168275">
              <a:lnSpc>
                <a:spcPts val="1400"/>
              </a:lnSpc>
              <a:defRPr sz="1200">
                <a:solidFill>
                  <a:schemeClr val="tx1"/>
                </a:solidFill>
              </a:defRPr>
            </a:lvl2pPr>
            <a:lvl3pPr marL="347663" indent="-174625">
              <a:lnSpc>
                <a:spcPts val="1400"/>
              </a:lnSpc>
              <a:defRPr sz="1200">
                <a:solidFill>
                  <a:schemeClr val="tx1"/>
                </a:solidFill>
              </a:defRPr>
            </a:lvl3pPr>
            <a:lvl4pPr marL="509588" indent="-161925">
              <a:lnSpc>
                <a:spcPts val="1200"/>
              </a:lnSpc>
              <a:defRPr sz="1100">
                <a:solidFill>
                  <a:schemeClr val="tx1"/>
                </a:solidFill>
              </a:defRPr>
            </a:lvl4pPr>
            <a:lvl5pPr>
              <a:lnSpc>
                <a:spcPct val="100000"/>
              </a:lnSpc>
              <a:defRPr sz="1200">
                <a:solidFill>
                  <a:schemeClr val="tx1"/>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
        <p:nvSpPr>
          <p:cNvPr id="30" name="Text Placeholder 7">
            <a:extLst>
              <a:ext uri="{FF2B5EF4-FFF2-40B4-BE49-F238E27FC236}">
                <a16:creationId xmlns:a16="http://schemas.microsoft.com/office/drawing/2014/main" id="{9228FC83-C11D-47F2-8BDE-B10D125E5E87}"/>
              </a:ext>
            </a:extLst>
          </p:cNvPr>
          <p:cNvSpPr>
            <a:spLocks noGrp="1"/>
          </p:cNvSpPr>
          <p:nvPr>
            <p:ph type="body" sz="quarter" idx="34" hasCustomPrompt="1"/>
          </p:nvPr>
        </p:nvSpPr>
        <p:spPr>
          <a:xfrm>
            <a:off x="5128375" y="2535318"/>
            <a:ext cx="1935249" cy="3846010"/>
          </a:xfrm>
          <a:prstGeom prst="rect">
            <a:avLst/>
          </a:prstGeom>
        </p:spPr>
        <p:txBody>
          <a:bodyPr>
            <a:noAutofit/>
          </a:bodyPr>
          <a:lstStyle>
            <a:lvl1pPr>
              <a:lnSpc>
                <a:spcPts val="1600"/>
              </a:lnSpc>
              <a:defRPr sz="1400">
                <a:solidFill>
                  <a:schemeClr val="tx1"/>
                </a:solidFill>
              </a:defRPr>
            </a:lvl1pPr>
            <a:lvl2pPr marL="173038" indent="-168275">
              <a:lnSpc>
                <a:spcPts val="1400"/>
              </a:lnSpc>
              <a:defRPr sz="1200">
                <a:solidFill>
                  <a:schemeClr val="tx1"/>
                </a:solidFill>
              </a:defRPr>
            </a:lvl2pPr>
            <a:lvl3pPr marL="347663" indent="-174625">
              <a:lnSpc>
                <a:spcPts val="1400"/>
              </a:lnSpc>
              <a:defRPr sz="1200">
                <a:solidFill>
                  <a:schemeClr val="tx1"/>
                </a:solidFill>
              </a:defRPr>
            </a:lvl3pPr>
            <a:lvl4pPr marL="509588" indent="-161925">
              <a:lnSpc>
                <a:spcPts val="1200"/>
              </a:lnSpc>
              <a:defRPr sz="1100">
                <a:solidFill>
                  <a:schemeClr val="tx1"/>
                </a:solidFill>
              </a:defRPr>
            </a:lvl4pPr>
            <a:lvl5pPr>
              <a:lnSpc>
                <a:spcPct val="100000"/>
              </a:lnSpc>
              <a:defRPr sz="1200">
                <a:solidFill>
                  <a:schemeClr val="tx1"/>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
        <p:nvSpPr>
          <p:cNvPr id="31" name="Text Placeholder 7">
            <a:extLst>
              <a:ext uri="{FF2B5EF4-FFF2-40B4-BE49-F238E27FC236}">
                <a16:creationId xmlns:a16="http://schemas.microsoft.com/office/drawing/2014/main" id="{9228FC83-C11D-47F2-8BDE-B10D125E5E87}"/>
              </a:ext>
            </a:extLst>
          </p:cNvPr>
          <p:cNvSpPr>
            <a:spLocks noGrp="1"/>
          </p:cNvSpPr>
          <p:nvPr>
            <p:ph type="body" sz="quarter" idx="35" hasCustomPrompt="1"/>
          </p:nvPr>
        </p:nvSpPr>
        <p:spPr>
          <a:xfrm>
            <a:off x="7451859" y="2535318"/>
            <a:ext cx="1935249" cy="3846010"/>
          </a:xfrm>
          <a:prstGeom prst="rect">
            <a:avLst/>
          </a:prstGeom>
        </p:spPr>
        <p:txBody>
          <a:bodyPr>
            <a:noAutofit/>
          </a:bodyPr>
          <a:lstStyle>
            <a:lvl1pPr>
              <a:lnSpc>
                <a:spcPts val="1600"/>
              </a:lnSpc>
              <a:defRPr sz="1400">
                <a:solidFill>
                  <a:schemeClr val="tx1"/>
                </a:solidFill>
              </a:defRPr>
            </a:lvl1pPr>
            <a:lvl2pPr marL="173038" indent="-168275">
              <a:lnSpc>
                <a:spcPts val="1400"/>
              </a:lnSpc>
              <a:defRPr sz="1200">
                <a:solidFill>
                  <a:schemeClr val="tx1"/>
                </a:solidFill>
              </a:defRPr>
            </a:lvl2pPr>
            <a:lvl3pPr marL="347663" indent="-174625">
              <a:lnSpc>
                <a:spcPts val="1400"/>
              </a:lnSpc>
              <a:defRPr sz="1200">
                <a:solidFill>
                  <a:schemeClr val="tx1"/>
                </a:solidFill>
              </a:defRPr>
            </a:lvl3pPr>
            <a:lvl4pPr marL="509588" indent="-161925">
              <a:lnSpc>
                <a:spcPts val="1200"/>
              </a:lnSpc>
              <a:defRPr sz="1100">
                <a:solidFill>
                  <a:schemeClr val="tx1"/>
                </a:solidFill>
              </a:defRPr>
            </a:lvl4pPr>
            <a:lvl5pPr>
              <a:lnSpc>
                <a:spcPct val="100000"/>
              </a:lnSpc>
              <a:defRPr sz="1200">
                <a:solidFill>
                  <a:schemeClr val="tx1"/>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
        <p:nvSpPr>
          <p:cNvPr id="33" name="Text Placeholder 7">
            <a:extLst>
              <a:ext uri="{FF2B5EF4-FFF2-40B4-BE49-F238E27FC236}">
                <a16:creationId xmlns:a16="http://schemas.microsoft.com/office/drawing/2014/main" id="{9228FC83-C11D-47F2-8BDE-B10D125E5E87}"/>
              </a:ext>
            </a:extLst>
          </p:cNvPr>
          <p:cNvSpPr>
            <a:spLocks noGrp="1"/>
          </p:cNvSpPr>
          <p:nvPr>
            <p:ph type="body" sz="quarter" idx="36" hasCustomPrompt="1"/>
          </p:nvPr>
        </p:nvSpPr>
        <p:spPr>
          <a:xfrm>
            <a:off x="9771195" y="2535318"/>
            <a:ext cx="1935249" cy="3846010"/>
          </a:xfrm>
          <a:prstGeom prst="rect">
            <a:avLst/>
          </a:prstGeom>
        </p:spPr>
        <p:txBody>
          <a:bodyPr>
            <a:noAutofit/>
          </a:bodyPr>
          <a:lstStyle>
            <a:lvl1pPr>
              <a:lnSpc>
                <a:spcPts val="1600"/>
              </a:lnSpc>
              <a:defRPr sz="1400">
                <a:solidFill>
                  <a:schemeClr val="tx1"/>
                </a:solidFill>
              </a:defRPr>
            </a:lvl1pPr>
            <a:lvl2pPr marL="173038" indent="-168275">
              <a:lnSpc>
                <a:spcPts val="1400"/>
              </a:lnSpc>
              <a:defRPr sz="1200">
                <a:solidFill>
                  <a:schemeClr val="tx1"/>
                </a:solidFill>
              </a:defRPr>
            </a:lvl2pPr>
            <a:lvl3pPr marL="347663" indent="-174625">
              <a:lnSpc>
                <a:spcPts val="1400"/>
              </a:lnSpc>
              <a:defRPr sz="1200">
                <a:solidFill>
                  <a:schemeClr val="tx1"/>
                </a:solidFill>
              </a:defRPr>
            </a:lvl3pPr>
            <a:lvl4pPr marL="509588" indent="-161925">
              <a:lnSpc>
                <a:spcPts val="1200"/>
              </a:lnSpc>
              <a:defRPr sz="1100">
                <a:solidFill>
                  <a:schemeClr val="tx1"/>
                </a:solidFill>
              </a:defRPr>
            </a:lvl4pPr>
            <a:lvl5pPr>
              <a:lnSpc>
                <a:spcPct val="100000"/>
              </a:lnSpc>
              <a:defRPr sz="1200">
                <a:solidFill>
                  <a:schemeClr val="tx1"/>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
        <p:nvSpPr>
          <p:cNvPr id="34" name="Rectangle 33">
            <a:extLst>
              <a:ext uri="{FF2B5EF4-FFF2-40B4-BE49-F238E27FC236}">
                <a16:creationId xmlns:a16="http://schemas.microsoft.com/office/drawing/2014/main" id="{AC8E1C88-76B5-4FBC-8619-E07B3932BC02}"/>
              </a:ext>
            </a:extLst>
          </p:cNvPr>
          <p:cNvSpPr/>
          <p:nvPr userDrawn="1"/>
        </p:nvSpPr>
        <p:spPr>
          <a:xfrm>
            <a:off x="7451859" y="1468437"/>
            <a:ext cx="1935249" cy="922420"/>
          </a:xfrm>
          <a:prstGeom prst="rect">
            <a:avLst/>
          </a:prstGeom>
          <a:solidFill>
            <a:srgbClr val="92D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solidFill>
                <a:schemeClr val="bg1"/>
              </a:solidFill>
            </a:endParaRPr>
          </a:p>
        </p:txBody>
      </p:sp>
      <p:sp>
        <p:nvSpPr>
          <p:cNvPr id="35" name="Text Placeholder 7">
            <a:extLst>
              <a:ext uri="{FF2B5EF4-FFF2-40B4-BE49-F238E27FC236}">
                <a16:creationId xmlns:a16="http://schemas.microsoft.com/office/drawing/2014/main" id="{A10BB4E8-B0D3-4206-AC65-A368938B1CD5}"/>
              </a:ext>
            </a:extLst>
          </p:cNvPr>
          <p:cNvSpPr>
            <a:spLocks noGrp="1"/>
          </p:cNvSpPr>
          <p:nvPr>
            <p:ph type="body" sz="quarter" idx="37" hasCustomPrompt="1"/>
          </p:nvPr>
        </p:nvSpPr>
        <p:spPr>
          <a:xfrm>
            <a:off x="8013451" y="1713623"/>
            <a:ext cx="1282371" cy="432048"/>
          </a:xfrm>
          <a:prstGeom prst="rect">
            <a:avLst/>
          </a:prstGeom>
        </p:spPr>
        <p:txBody>
          <a:bodyPr anchor="ctr">
            <a:noAutofit/>
          </a:bodyPr>
          <a:lstStyle>
            <a:lvl1pPr>
              <a:lnSpc>
                <a:spcPts val="1400"/>
              </a:lnSpc>
              <a:spcBef>
                <a:spcPts val="600"/>
              </a:spcBef>
              <a:defRPr sz="1200" b="1"/>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Click to insert title</a:t>
            </a:r>
          </a:p>
        </p:txBody>
      </p:sp>
      <p:sp>
        <p:nvSpPr>
          <p:cNvPr id="36" name="Text Placeholder 7">
            <a:extLst>
              <a:ext uri="{FF2B5EF4-FFF2-40B4-BE49-F238E27FC236}">
                <a16:creationId xmlns:a16="http://schemas.microsoft.com/office/drawing/2014/main" id="{A10BB4E8-B0D3-4206-AC65-A368938B1CD5}"/>
              </a:ext>
            </a:extLst>
          </p:cNvPr>
          <p:cNvSpPr>
            <a:spLocks noGrp="1"/>
          </p:cNvSpPr>
          <p:nvPr>
            <p:ph type="body" sz="quarter" idx="38" hasCustomPrompt="1"/>
          </p:nvPr>
        </p:nvSpPr>
        <p:spPr>
          <a:xfrm>
            <a:off x="3385035" y="1713623"/>
            <a:ext cx="1282371" cy="432048"/>
          </a:xfrm>
          <a:prstGeom prst="rect">
            <a:avLst/>
          </a:prstGeom>
        </p:spPr>
        <p:txBody>
          <a:bodyPr anchor="ctr">
            <a:noAutofit/>
          </a:bodyPr>
          <a:lstStyle>
            <a:lvl1pPr>
              <a:lnSpc>
                <a:spcPts val="1400"/>
              </a:lnSpc>
              <a:spcBef>
                <a:spcPts val="600"/>
              </a:spcBef>
              <a:defRPr sz="1200" b="1"/>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Click to insert title</a:t>
            </a:r>
          </a:p>
        </p:txBody>
      </p:sp>
      <p:sp>
        <p:nvSpPr>
          <p:cNvPr id="37" name="Text Placeholder 7">
            <a:extLst>
              <a:ext uri="{FF2B5EF4-FFF2-40B4-BE49-F238E27FC236}">
                <a16:creationId xmlns:a16="http://schemas.microsoft.com/office/drawing/2014/main" id="{A10BB4E8-B0D3-4206-AC65-A368938B1CD5}"/>
              </a:ext>
            </a:extLst>
          </p:cNvPr>
          <p:cNvSpPr>
            <a:spLocks noGrp="1"/>
          </p:cNvSpPr>
          <p:nvPr>
            <p:ph type="body" sz="quarter" idx="39" hasCustomPrompt="1"/>
          </p:nvPr>
        </p:nvSpPr>
        <p:spPr>
          <a:xfrm>
            <a:off x="5683855" y="1713623"/>
            <a:ext cx="1282371" cy="432048"/>
          </a:xfrm>
          <a:prstGeom prst="rect">
            <a:avLst/>
          </a:prstGeom>
        </p:spPr>
        <p:txBody>
          <a:bodyPr anchor="ctr">
            <a:noAutofit/>
          </a:bodyPr>
          <a:lstStyle>
            <a:lvl1pPr>
              <a:lnSpc>
                <a:spcPts val="1400"/>
              </a:lnSpc>
              <a:spcBef>
                <a:spcPts val="600"/>
              </a:spcBef>
              <a:defRPr sz="1200" b="1"/>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Click to insert title</a:t>
            </a:r>
          </a:p>
        </p:txBody>
      </p:sp>
      <p:sp>
        <p:nvSpPr>
          <p:cNvPr id="38" name="Text Placeholder 7">
            <a:extLst>
              <a:ext uri="{FF2B5EF4-FFF2-40B4-BE49-F238E27FC236}">
                <a16:creationId xmlns:a16="http://schemas.microsoft.com/office/drawing/2014/main" id="{A10BB4E8-B0D3-4206-AC65-A368938B1CD5}"/>
              </a:ext>
            </a:extLst>
          </p:cNvPr>
          <p:cNvSpPr>
            <a:spLocks noGrp="1"/>
          </p:cNvSpPr>
          <p:nvPr>
            <p:ph type="body" sz="quarter" idx="40" hasCustomPrompt="1"/>
          </p:nvPr>
        </p:nvSpPr>
        <p:spPr>
          <a:xfrm>
            <a:off x="1055439" y="1713623"/>
            <a:ext cx="1282371" cy="432048"/>
          </a:xfrm>
          <a:prstGeom prst="rect">
            <a:avLst/>
          </a:prstGeom>
        </p:spPr>
        <p:txBody>
          <a:bodyPr anchor="ctr">
            <a:noAutofit/>
          </a:bodyPr>
          <a:lstStyle>
            <a:lvl1pPr>
              <a:lnSpc>
                <a:spcPts val="1400"/>
              </a:lnSpc>
              <a:spcBef>
                <a:spcPts val="600"/>
              </a:spcBef>
              <a:defRPr sz="1200" b="1"/>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Click to insert title</a:t>
            </a:r>
          </a:p>
        </p:txBody>
      </p:sp>
      <p:pic>
        <p:nvPicPr>
          <p:cNvPr id="39" name="Graphic 4">
            <a:extLst>
              <a:ext uri="{FF2B5EF4-FFF2-40B4-BE49-F238E27FC236}">
                <a16:creationId xmlns:a16="http://schemas.microsoft.com/office/drawing/2014/main" id="{25EEA1D4-3AF7-42D7-AE97-AE404AECFAEB}"/>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81836" t="-4713" b="16530"/>
          <a:stretch/>
        </p:blipFill>
        <p:spPr>
          <a:xfrm>
            <a:off x="11547793" y="188640"/>
            <a:ext cx="424356" cy="459624"/>
          </a:xfrm>
          <a:prstGeom prst="rect">
            <a:avLst/>
          </a:prstGeom>
        </p:spPr>
      </p:pic>
    </p:spTree>
    <p:extLst>
      <p:ext uri="{BB962C8B-B14F-4D97-AF65-F5344CB8AC3E}">
        <p14:creationId xmlns:p14="http://schemas.microsoft.com/office/powerpoint/2010/main" val="254031540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Big Table">
    <p:spTree>
      <p:nvGrpSpPr>
        <p:cNvPr id="1" name=""/>
        <p:cNvGrpSpPr/>
        <p:nvPr/>
      </p:nvGrpSpPr>
      <p:grpSpPr>
        <a:xfrm>
          <a:off x="0" y="0"/>
          <a:ext cx="0" cy="0"/>
          <a:chOff x="0" y="0"/>
          <a:chExt cx="0" cy="0"/>
        </a:xfrm>
      </p:grpSpPr>
      <p:sp>
        <p:nvSpPr>
          <p:cNvPr id="13" name="Table Placeholder 12">
            <a:extLst>
              <a:ext uri="{FF2B5EF4-FFF2-40B4-BE49-F238E27FC236}">
                <a16:creationId xmlns:a16="http://schemas.microsoft.com/office/drawing/2014/main" id="{1E08DC1B-108C-412B-A626-540BE73C4340}"/>
              </a:ext>
            </a:extLst>
          </p:cNvPr>
          <p:cNvSpPr>
            <a:spLocks noGrp="1"/>
          </p:cNvSpPr>
          <p:nvPr>
            <p:ph type="tbl" sz="quarter" idx="10"/>
          </p:nvPr>
        </p:nvSpPr>
        <p:spPr>
          <a:xfrm>
            <a:off x="407987" y="1412876"/>
            <a:ext cx="11376025" cy="5025502"/>
          </a:xfrm>
          <a:prstGeom prst="rect">
            <a:avLst/>
          </a:prstGeom>
        </p:spPr>
        <p:txBody>
          <a:bodyPr anchor="ctr"/>
          <a:lstStyle>
            <a:lvl1pPr algn="ctr">
              <a:defRPr/>
            </a:lvl1pPr>
          </a:lstStyle>
          <a:p>
            <a:endParaRPr lang="pt-PT" dirty="0"/>
          </a:p>
        </p:txBody>
      </p:sp>
      <p:sp>
        <p:nvSpPr>
          <p:cNvPr id="14" name="Text Placeholder 7">
            <a:extLst>
              <a:ext uri="{FF2B5EF4-FFF2-40B4-BE49-F238E27FC236}">
                <a16:creationId xmlns:a16="http://schemas.microsoft.com/office/drawing/2014/main" id="{99A30C51-1672-4ACB-991E-1DEFEB062939}"/>
              </a:ext>
            </a:extLst>
          </p:cNvPr>
          <p:cNvSpPr>
            <a:spLocks noGrp="1"/>
          </p:cNvSpPr>
          <p:nvPr>
            <p:ph type="body" sz="quarter" idx="12" hasCustomPrompt="1"/>
          </p:nvPr>
        </p:nvSpPr>
        <p:spPr>
          <a:xfrm>
            <a:off x="10165024" y="935008"/>
            <a:ext cx="539488" cy="216024"/>
          </a:xfrm>
          <a:prstGeom prst="rect">
            <a:avLst/>
          </a:prstGeom>
        </p:spPr>
        <p:txBody>
          <a:bodyPr anchor="ctr">
            <a:noAutofit/>
          </a:bodyPr>
          <a:lstStyle>
            <a:lvl1pPr algn="ctr">
              <a:lnSpc>
                <a:spcPct val="100000"/>
              </a:lnSpc>
              <a:defRPr sz="8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text</a:t>
            </a:r>
          </a:p>
        </p:txBody>
      </p:sp>
      <p:sp>
        <p:nvSpPr>
          <p:cNvPr id="15" name="Text Placeholder 7">
            <a:extLst>
              <a:ext uri="{FF2B5EF4-FFF2-40B4-BE49-F238E27FC236}">
                <a16:creationId xmlns:a16="http://schemas.microsoft.com/office/drawing/2014/main" id="{3525EEC2-FFBF-4483-A73D-90EE69AE939C}"/>
              </a:ext>
            </a:extLst>
          </p:cNvPr>
          <p:cNvSpPr>
            <a:spLocks noGrp="1"/>
          </p:cNvSpPr>
          <p:nvPr>
            <p:ph type="body" sz="quarter" idx="13" hasCustomPrompt="1"/>
          </p:nvPr>
        </p:nvSpPr>
        <p:spPr>
          <a:xfrm>
            <a:off x="10813096" y="935008"/>
            <a:ext cx="539488" cy="216024"/>
          </a:xfrm>
          <a:prstGeom prst="rect">
            <a:avLst/>
          </a:prstGeom>
        </p:spPr>
        <p:txBody>
          <a:bodyPr anchor="ctr">
            <a:noAutofit/>
          </a:bodyPr>
          <a:lstStyle>
            <a:lvl1pPr algn="ctr">
              <a:lnSpc>
                <a:spcPct val="100000"/>
              </a:lnSpc>
              <a:defRPr sz="8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text</a:t>
            </a:r>
          </a:p>
        </p:txBody>
      </p:sp>
      <p:sp>
        <p:nvSpPr>
          <p:cNvPr id="6" name="Retângulo 43">
            <a:extLst>
              <a:ext uri="{FF2B5EF4-FFF2-40B4-BE49-F238E27FC236}">
                <a16:creationId xmlns:a16="http://schemas.microsoft.com/office/drawing/2014/main" id="{25FC8637-25BD-4C09-AF25-56B4243DAB3D}"/>
              </a:ext>
            </a:extLst>
          </p:cNvPr>
          <p:cNvSpPr/>
          <p:nvPr userDrawn="1"/>
        </p:nvSpPr>
        <p:spPr>
          <a:xfrm>
            <a:off x="11784013" y="6555758"/>
            <a:ext cx="242375" cy="215444"/>
          </a:xfrm>
          <a:prstGeom prst="rect">
            <a:avLst/>
          </a:prstGeom>
        </p:spPr>
        <p:txBody>
          <a:bodyPr wrap="none">
            <a:spAutoFit/>
          </a:bodyPr>
          <a:lstStyle/>
          <a:p>
            <a:pPr algn="r"/>
            <a:fld id="{0502E5A9-B53C-401E-A0E0-4A359BB0A9E5}" type="slidenum">
              <a:rPr lang="en-US" sz="800" smtClean="0">
                <a:solidFill>
                  <a:prstClr val="black">
                    <a:lumMod val="50000"/>
                    <a:lumOff val="50000"/>
                  </a:prstClr>
                </a:solidFill>
                <a:cs typeface="Arial" panose="020B0604020202020204" pitchFamily="34" charset="0"/>
              </a:rPr>
              <a:t>‹#›</a:t>
            </a:fld>
            <a:endParaRPr lang="en-US" sz="800" dirty="0">
              <a:solidFill>
                <a:prstClr val="black">
                  <a:lumMod val="50000"/>
                  <a:lumOff val="50000"/>
                </a:prstClr>
              </a:solidFill>
              <a:cs typeface="Arial" panose="020B0604020202020204" pitchFamily="34" charset="0"/>
            </a:endParaRPr>
          </a:p>
        </p:txBody>
      </p:sp>
      <p:cxnSp>
        <p:nvCxnSpPr>
          <p:cNvPr id="7"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3283674"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8" name="Rectangle 27">
            <a:hlinkClick r:id="rId2"/>
            <a:extLst>
              <a:ext uri="{FF2B5EF4-FFF2-40B4-BE49-F238E27FC236}">
                <a16:creationId xmlns:a16="http://schemas.microsoft.com/office/drawing/2014/main" id="{F376ABD1-4930-42EB-9A73-9A9C7C6BF2D3}"/>
              </a:ext>
            </a:extLst>
          </p:cNvPr>
          <p:cNvSpPr/>
          <p:nvPr userDrawn="1"/>
        </p:nvSpPr>
        <p:spPr>
          <a:xfrm>
            <a:off x="407988" y="6555971"/>
            <a:ext cx="2829007" cy="219456"/>
          </a:xfrm>
          <a:prstGeom prst="rect">
            <a:avLst/>
          </a:prstGeom>
        </p:spPr>
        <p:txBody>
          <a:bodyPr wrap="square" lIns="0" tIns="0" rIns="0" bIns="0" anchor="ctr" anchorCtr="0">
            <a:noAutofit/>
          </a:bodyPr>
          <a:lstStyle/>
          <a:p>
            <a:pPr lvl="0" algn="l" defTabSz="914400">
              <a:lnSpc>
                <a:spcPct val="85000"/>
              </a:lnSpc>
              <a:defRPr/>
            </a:pPr>
            <a:r>
              <a:rPr lang="en-US" sz="800" kern="0" dirty="0">
                <a:solidFill>
                  <a:srgbClr val="00458D"/>
                </a:solidFill>
                <a:latin typeface="+mj-lt"/>
                <a:cs typeface="Arial" panose="020B0604020202020204" pitchFamily="34" charset="0"/>
              </a:rPr>
              <a:t>Presentation Title | Author | Date</a:t>
            </a:r>
          </a:p>
        </p:txBody>
      </p:sp>
      <p:sp>
        <p:nvSpPr>
          <p:cNvPr id="9" name="Retângulo 43">
            <a:extLst>
              <a:ext uri="{FF2B5EF4-FFF2-40B4-BE49-F238E27FC236}">
                <a16:creationId xmlns:a16="http://schemas.microsoft.com/office/drawing/2014/main" id="{834ADCB4-BFB1-450D-8F6D-64217F4CD92C}"/>
              </a:ext>
            </a:extLst>
          </p:cNvPr>
          <p:cNvSpPr/>
          <p:nvPr userDrawn="1"/>
        </p:nvSpPr>
        <p:spPr>
          <a:xfrm>
            <a:off x="3411379" y="6555758"/>
            <a:ext cx="2223686" cy="219456"/>
          </a:xfrm>
          <a:prstGeom prst="rect">
            <a:avLst/>
          </a:prstGeom>
        </p:spPr>
        <p:txBody>
          <a:bodyPr wrap="none" lIns="0" tIns="0" rIns="0" bIns="0" anchor="ctr">
            <a:noAutofit/>
          </a:bodyPr>
          <a:lstStyle/>
          <a:p>
            <a:pPr algn="l"/>
            <a:r>
              <a:rPr lang="en-US" sz="800" dirty="0">
                <a:solidFill>
                  <a:schemeClr val="bg2">
                    <a:lumMod val="50000"/>
                  </a:schemeClr>
                </a:solidFill>
                <a:cs typeface="Arial" panose="020B0604020202020204" pitchFamily="34" charset="0"/>
              </a:rPr>
              <a:t>© 2017 Capgemini. All rights reserved.</a:t>
            </a:r>
          </a:p>
        </p:txBody>
      </p:sp>
      <p:sp>
        <p:nvSpPr>
          <p:cNvPr id="10"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407988" y="404813"/>
            <a:ext cx="10944596" cy="863600"/>
          </a:xfrm>
          <a:prstGeom prst="rect">
            <a:avLst/>
          </a:prstGeom>
        </p:spPr>
        <p:txBody>
          <a:bodyPr vert="horz" lIns="0" tIns="0" rIns="0" bIns="0" rtlCol="0" anchor="t">
            <a:normAutofit/>
          </a:bodyPr>
          <a:lstStyle>
            <a:lvl1pPr>
              <a:defRPr lang="pt-PT" dirty="0"/>
            </a:lvl1pPr>
          </a:lstStyle>
          <a:p>
            <a:pPr lvl="0">
              <a:lnSpc>
                <a:spcPts val="3000"/>
              </a:lnSpc>
            </a:pPr>
            <a:r>
              <a:rPr lang="en-US" dirty="0"/>
              <a:t>Click to add title</a:t>
            </a:r>
            <a:endParaRPr lang="pt-PT" dirty="0"/>
          </a:p>
        </p:txBody>
      </p:sp>
      <p:pic>
        <p:nvPicPr>
          <p:cNvPr id="12" name="Graphic 4">
            <a:extLst>
              <a:ext uri="{FF2B5EF4-FFF2-40B4-BE49-F238E27FC236}">
                <a16:creationId xmlns:a16="http://schemas.microsoft.com/office/drawing/2014/main" id="{25EEA1D4-3AF7-42D7-AE97-AE404AECFAEB}"/>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81836" t="-4713" b="16530"/>
          <a:stretch/>
        </p:blipFill>
        <p:spPr>
          <a:xfrm>
            <a:off x="11547793" y="188640"/>
            <a:ext cx="424356" cy="459624"/>
          </a:xfrm>
          <a:prstGeom prst="rect">
            <a:avLst/>
          </a:prstGeom>
        </p:spPr>
      </p:pic>
    </p:spTree>
    <p:extLst>
      <p:ext uri="{BB962C8B-B14F-4D97-AF65-F5344CB8AC3E}">
        <p14:creationId xmlns:p14="http://schemas.microsoft.com/office/powerpoint/2010/main" val="322356956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Section Opener1">
    <p:bg>
      <p:bgPr>
        <a:solidFill>
          <a:schemeClr val="bg1"/>
        </a:solidFill>
        <a:effectLst/>
      </p:bgPr>
    </p:bg>
    <p:spTree>
      <p:nvGrpSpPr>
        <p:cNvPr id="1" name=""/>
        <p:cNvGrpSpPr/>
        <p:nvPr/>
      </p:nvGrpSpPr>
      <p:grpSpPr>
        <a:xfrm>
          <a:off x="0" y="0"/>
          <a:ext cx="0" cy="0"/>
          <a:chOff x="0" y="0"/>
          <a:chExt cx="0" cy="0"/>
        </a:xfrm>
      </p:grpSpPr>
      <p:sp>
        <p:nvSpPr>
          <p:cNvPr id="4" name="Rectangle 3"/>
          <p:cNvSpPr/>
          <p:nvPr userDrawn="1"/>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02DEF159-660E-4893-A63C-7C2BB5EEB9A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18343" b="19135"/>
          <a:stretch/>
        </p:blipFill>
        <p:spPr>
          <a:xfrm flipH="1">
            <a:off x="911424" y="-3448"/>
            <a:ext cx="11299452" cy="6858000"/>
          </a:xfrm>
          <a:prstGeom prst="rect">
            <a:avLst/>
          </a:prstGeom>
        </p:spPr>
      </p:pic>
      <p:sp>
        <p:nvSpPr>
          <p:cNvPr id="7" name="Text Placeholder 13">
            <a:extLst>
              <a:ext uri="{FF2B5EF4-FFF2-40B4-BE49-F238E27FC236}">
                <a16:creationId xmlns:a16="http://schemas.microsoft.com/office/drawing/2014/main" id="{5C674D03-4995-4743-8CE4-61CF32CFBDDE}"/>
              </a:ext>
            </a:extLst>
          </p:cNvPr>
          <p:cNvSpPr>
            <a:spLocks noGrp="1"/>
          </p:cNvSpPr>
          <p:nvPr>
            <p:ph type="body" sz="quarter" idx="11" hasCustomPrompt="1"/>
          </p:nvPr>
        </p:nvSpPr>
        <p:spPr>
          <a:xfrm>
            <a:off x="6522826" y="1844824"/>
            <a:ext cx="5261187" cy="1182207"/>
          </a:xfrm>
          <a:prstGeom prst="rect">
            <a:avLst/>
          </a:prstGeom>
        </p:spPr>
        <p:txBody>
          <a:bodyPr anchor="b">
            <a:normAutofit/>
          </a:bodyPr>
          <a:lstStyle>
            <a:lvl1pPr marL="0" indent="0" algn="r">
              <a:lnSpc>
                <a:spcPts val="3000"/>
              </a:lnSpc>
              <a:buNone/>
              <a:defRPr sz="2600">
                <a:solidFill>
                  <a:schemeClr val="accent2"/>
                </a:solidFill>
              </a:defRPr>
            </a:lvl1pPr>
            <a:lvl2pPr marL="457200" indent="0">
              <a:buNone/>
              <a:defRPr sz="6000">
                <a:solidFill>
                  <a:schemeClr val="bg1"/>
                </a:solidFill>
              </a:defRPr>
            </a:lvl2pPr>
          </a:lstStyle>
          <a:p>
            <a:pPr lvl="0"/>
            <a:r>
              <a:rPr lang="en-US" dirty="0"/>
              <a:t>Click to insert section title</a:t>
            </a:r>
            <a:endParaRPr lang="pt-PT" dirty="0"/>
          </a:p>
        </p:txBody>
      </p:sp>
      <p:pic>
        <p:nvPicPr>
          <p:cNvPr id="5" name="Graphic 9">
            <a:extLst>
              <a:ext uri="{FF2B5EF4-FFF2-40B4-BE49-F238E27FC236}">
                <a16:creationId xmlns:a16="http://schemas.microsoft.com/office/drawing/2014/main" id="{C3D2EC56-D17C-4A75-8178-C69397BC7353}"/>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407988" y="6101472"/>
            <a:ext cx="2286000" cy="510013"/>
          </a:xfrm>
          <a:prstGeom prst="rect">
            <a:avLst/>
          </a:prstGeom>
        </p:spPr>
      </p:pic>
    </p:spTree>
    <p:extLst>
      <p:ext uri="{BB962C8B-B14F-4D97-AF65-F5344CB8AC3E}">
        <p14:creationId xmlns:p14="http://schemas.microsoft.com/office/powerpoint/2010/main" val="291402021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Section Opener2">
    <p:bg>
      <p:bgPr>
        <a:solidFill>
          <a:schemeClr val="bg1"/>
        </a:solid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BED4D731-14A5-4158-B245-8DDD87FF6DE2}"/>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0880" b="21349"/>
          <a:stretch/>
        </p:blipFill>
        <p:spPr>
          <a:xfrm flipH="1">
            <a:off x="4901352" y="838199"/>
            <a:ext cx="7290648" cy="6019801"/>
          </a:xfrm>
          <a:prstGeom prst="rect">
            <a:avLst/>
          </a:prstGeom>
        </p:spPr>
      </p:pic>
      <p:sp>
        <p:nvSpPr>
          <p:cNvPr id="7" name="Text Placeholder 13">
            <a:extLst>
              <a:ext uri="{FF2B5EF4-FFF2-40B4-BE49-F238E27FC236}">
                <a16:creationId xmlns:a16="http://schemas.microsoft.com/office/drawing/2014/main" id="{5C674D03-4995-4743-8CE4-61CF32CFBDDE}"/>
              </a:ext>
            </a:extLst>
          </p:cNvPr>
          <p:cNvSpPr>
            <a:spLocks noGrp="1"/>
          </p:cNvSpPr>
          <p:nvPr>
            <p:ph type="body" sz="quarter" idx="11" hasCustomPrompt="1"/>
          </p:nvPr>
        </p:nvSpPr>
        <p:spPr>
          <a:xfrm>
            <a:off x="7032104" y="2946391"/>
            <a:ext cx="4751909" cy="1418714"/>
          </a:xfrm>
          <a:prstGeom prst="rect">
            <a:avLst/>
          </a:prstGeom>
        </p:spPr>
        <p:txBody>
          <a:bodyPr anchor="b">
            <a:normAutofit/>
          </a:bodyPr>
          <a:lstStyle>
            <a:lvl1pPr marL="0" indent="0" algn="r">
              <a:lnSpc>
                <a:spcPts val="3000"/>
              </a:lnSpc>
              <a:buNone/>
              <a:defRPr sz="2600">
                <a:solidFill>
                  <a:schemeClr val="bg1"/>
                </a:solidFill>
              </a:defRPr>
            </a:lvl1pPr>
            <a:lvl2pPr marL="457200" indent="0">
              <a:buNone/>
              <a:defRPr sz="6000">
                <a:solidFill>
                  <a:schemeClr val="bg1"/>
                </a:solidFill>
              </a:defRPr>
            </a:lvl2pPr>
          </a:lstStyle>
          <a:p>
            <a:pPr lvl="0"/>
            <a:r>
              <a:rPr lang="en-US" dirty="0"/>
              <a:t>Click to add section title</a:t>
            </a:r>
          </a:p>
        </p:txBody>
      </p:sp>
      <p:pic>
        <p:nvPicPr>
          <p:cNvPr id="6" name="Picture Placeholder 4">
            <a:extLst>
              <a:ext uri="{FF2B5EF4-FFF2-40B4-BE49-F238E27FC236}">
                <a16:creationId xmlns:a16="http://schemas.microsoft.com/office/drawing/2014/main" id="{F75B031B-5C69-4C3C-AB8F-4121747DCE28}"/>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l="22708" r="22708"/>
          <a:stretch/>
        </p:blipFill>
        <p:spPr>
          <a:xfrm flipH="1">
            <a:off x="0" y="-1588"/>
            <a:ext cx="6654800" cy="6859588"/>
          </a:xfrm>
          <a:prstGeom prst="rect">
            <a:avLst/>
          </a:prstGeom>
        </p:spPr>
      </p:pic>
    </p:spTree>
    <p:extLst>
      <p:ext uri="{BB962C8B-B14F-4D97-AF65-F5344CB8AC3E}">
        <p14:creationId xmlns:p14="http://schemas.microsoft.com/office/powerpoint/2010/main" val="78929920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Section Opener3">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0D082B2F-E38E-4D6E-A192-6C0B73045E4D}"/>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21126" b="21349"/>
          <a:stretch/>
        </p:blipFill>
        <p:spPr>
          <a:xfrm flipH="1">
            <a:off x="5739552" y="838199"/>
            <a:ext cx="6452448" cy="6019801"/>
          </a:xfrm>
          <a:prstGeom prst="rect">
            <a:avLst/>
          </a:prstGeom>
        </p:spPr>
      </p:pic>
      <p:sp>
        <p:nvSpPr>
          <p:cNvPr id="6" name="Text Placeholder 13">
            <a:extLst>
              <a:ext uri="{FF2B5EF4-FFF2-40B4-BE49-F238E27FC236}">
                <a16:creationId xmlns:a16="http://schemas.microsoft.com/office/drawing/2014/main" id="{5C674D03-4995-4743-8CE4-61CF32CFBDDE}"/>
              </a:ext>
            </a:extLst>
          </p:cNvPr>
          <p:cNvSpPr>
            <a:spLocks noGrp="1"/>
          </p:cNvSpPr>
          <p:nvPr>
            <p:ph type="body" sz="quarter" idx="11" hasCustomPrompt="1"/>
          </p:nvPr>
        </p:nvSpPr>
        <p:spPr>
          <a:xfrm>
            <a:off x="7032104" y="2946391"/>
            <a:ext cx="4751909" cy="1418714"/>
          </a:xfrm>
          <a:prstGeom prst="rect">
            <a:avLst/>
          </a:prstGeom>
        </p:spPr>
        <p:txBody>
          <a:bodyPr anchor="b">
            <a:normAutofit/>
          </a:bodyPr>
          <a:lstStyle>
            <a:lvl1pPr marL="0" indent="0" algn="r">
              <a:lnSpc>
                <a:spcPts val="3000"/>
              </a:lnSpc>
              <a:buNone/>
              <a:defRPr sz="2600">
                <a:solidFill>
                  <a:schemeClr val="bg1"/>
                </a:solidFill>
              </a:defRPr>
            </a:lvl1pPr>
            <a:lvl2pPr marL="457200" indent="0">
              <a:buNone/>
              <a:defRPr sz="6000">
                <a:solidFill>
                  <a:schemeClr val="bg1"/>
                </a:solidFill>
              </a:defRPr>
            </a:lvl2pPr>
          </a:lstStyle>
          <a:p>
            <a:pPr lvl="0"/>
            <a:r>
              <a:rPr lang="en-US" dirty="0"/>
              <a:t>Click to add section title</a:t>
            </a:r>
          </a:p>
        </p:txBody>
      </p:sp>
      <p:pic>
        <p:nvPicPr>
          <p:cNvPr id="9" name="Picture Placeholder 8">
            <a:extLst>
              <a:ext uri="{FF2B5EF4-FFF2-40B4-BE49-F238E27FC236}">
                <a16:creationId xmlns:a16="http://schemas.microsoft.com/office/drawing/2014/main" id="{E4613513-ABFF-4BEA-B28E-9C187BF2D4BC}"/>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l="7072" r="38344"/>
          <a:stretch/>
        </p:blipFill>
        <p:spPr>
          <a:xfrm>
            <a:off x="0" y="-1588"/>
            <a:ext cx="6654800" cy="6859588"/>
          </a:xfrm>
          <a:prstGeom prst="rect">
            <a:avLst/>
          </a:prstGeom>
        </p:spPr>
      </p:pic>
    </p:spTree>
    <p:extLst>
      <p:ext uri="{BB962C8B-B14F-4D97-AF65-F5344CB8AC3E}">
        <p14:creationId xmlns:p14="http://schemas.microsoft.com/office/powerpoint/2010/main" val="60981661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Section Opener4">
    <p:spTree>
      <p:nvGrpSpPr>
        <p:cNvPr id="1" name=""/>
        <p:cNvGrpSpPr/>
        <p:nvPr/>
      </p:nvGrpSpPr>
      <p:grpSpPr>
        <a:xfrm>
          <a:off x="0" y="0"/>
          <a:ext cx="0" cy="0"/>
          <a:chOff x="0" y="0"/>
          <a:chExt cx="0" cy="0"/>
        </a:xfrm>
      </p:grpSpPr>
      <p:sp>
        <p:nvSpPr>
          <p:cNvPr id="9" name="Rectangle 8"/>
          <p:cNvSpPr/>
          <p:nvPr userDrawn="1"/>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reeform 9"/>
          <p:cNvSpPr>
            <a:spLocks/>
          </p:cNvSpPr>
          <p:nvPr userDrawn="1"/>
        </p:nvSpPr>
        <p:spPr bwMode="auto">
          <a:xfrm>
            <a:off x="-312712" y="0"/>
            <a:ext cx="8760296" cy="8102938"/>
          </a:xfrm>
          <a:custGeom>
            <a:avLst/>
            <a:gdLst>
              <a:gd name="T0" fmla="*/ 1453 w 1637"/>
              <a:gd name="T1" fmla="*/ 0 h 1514"/>
              <a:gd name="T2" fmla="*/ 1238 w 1637"/>
              <a:gd name="T3" fmla="*/ 494 h 1514"/>
              <a:gd name="T4" fmla="*/ 763 w 1637"/>
              <a:gd name="T5" fmla="*/ 1046 h 1514"/>
              <a:gd name="T6" fmla="*/ 0 w 1637"/>
              <a:gd name="T7" fmla="*/ 1449 h 1514"/>
              <a:gd name="T8" fmla="*/ 0 w 1637"/>
              <a:gd name="T9" fmla="*/ 0 h 1514"/>
              <a:gd name="T10" fmla="*/ 1453 w 1637"/>
              <a:gd name="T11" fmla="*/ 0 h 1514"/>
            </a:gdLst>
            <a:ahLst/>
            <a:cxnLst>
              <a:cxn ang="0">
                <a:pos x="T0" y="T1"/>
              </a:cxn>
              <a:cxn ang="0">
                <a:pos x="T2" y="T3"/>
              </a:cxn>
              <a:cxn ang="0">
                <a:pos x="T4" y="T5"/>
              </a:cxn>
              <a:cxn ang="0">
                <a:pos x="T6" y="T7"/>
              </a:cxn>
              <a:cxn ang="0">
                <a:pos x="T8" y="T9"/>
              </a:cxn>
              <a:cxn ang="0">
                <a:pos x="T10" y="T11"/>
              </a:cxn>
            </a:cxnLst>
            <a:rect l="0" t="0" r="r" b="b"/>
            <a:pathLst>
              <a:path w="1637" h="1514">
                <a:moveTo>
                  <a:pt x="1453" y="0"/>
                </a:moveTo>
                <a:cubicBezTo>
                  <a:pt x="1453" y="0"/>
                  <a:pt x="1637" y="326"/>
                  <a:pt x="1238" y="494"/>
                </a:cubicBezTo>
                <a:cubicBezTo>
                  <a:pt x="840" y="663"/>
                  <a:pt x="594" y="755"/>
                  <a:pt x="763" y="1046"/>
                </a:cubicBezTo>
                <a:cubicBezTo>
                  <a:pt x="230" y="1514"/>
                  <a:pt x="0" y="1449"/>
                  <a:pt x="0" y="1449"/>
                </a:cubicBezTo>
                <a:cubicBezTo>
                  <a:pt x="0" y="0"/>
                  <a:pt x="0" y="0"/>
                  <a:pt x="0" y="0"/>
                </a:cubicBezTo>
                <a:lnTo>
                  <a:pt x="1453" y="0"/>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8" name="Picture Placeholder 11">
            <a:extLst>
              <a:ext uri="{FF2B5EF4-FFF2-40B4-BE49-F238E27FC236}">
                <a16:creationId xmlns:a16="http://schemas.microsoft.com/office/drawing/2014/main" id="{D4E263B9-5E55-409E-9F7C-2F67A89E06AA}"/>
              </a:ext>
            </a:extLst>
          </p:cNvPr>
          <p:cNvSpPr>
            <a:spLocks noGrp="1"/>
          </p:cNvSpPr>
          <p:nvPr>
            <p:ph type="pic" sz="quarter" idx="10"/>
          </p:nvPr>
        </p:nvSpPr>
        <p:spPr>
          <a:xfrm>
            <a:off x="4943872" y="-1634"/>
            <a:ext cx="7248128" cy="6859588"/>
          </a:xfrm>
          <a:prstGeom prst="rect">
            <a:avLst/>
          </a:prstGeom>
          <a:noFill/>
        </p:spPr>
        <p:txBody>
          <a:bodyPr anchor="ctr"/>
          <a:lstStyle>
            <a:lvl1pPr marL="0" indent="0" algn="ctr">
              <a:buNone/>
              <a:defRPr/>
            </a:lvl1pPr>
          </a:lstStyle>
          <a:p>
            <a:endParaRPr lang="pt-PT" dirty="0"/>
          </a:p>
        </p:txBody>
      </p:sp>
      <p:pic>
        <p:nvPicPr>
          <p:cNvPr id="10" name="Picture Placeholder 8">
            <a:extLst>
              <a:ext uri="{FF2B5EF4-FFF2-40B4-BE49-F238E27FC236}">
                <a16:creationId xmlns:a16="http://schemas.microsoft.com/office/drawing/2014/main" id="{7DA917D4-CE5A-49F4-8CAC-F6D6EE4C786F}"/>
              </a:ext>
            </a:extLst>
          </p:cNvPr>
          <p:cNvPicPr>
            <a:picLocks noChangeAspect="1"/>
          </p:cNvPicPr>
          <p:nvPr userDrawn="1"/>
        </p:nvPicPr>
        <p:blipFill>
          <a:blip r:embed="rId2">
            <a:extLst>
              <a:ext uri="{28A0092B-C50C-407E-A947-70E740481C1C}">
                <a14:useLocalDpi xmlns:a14="http://schemas.microsoft.com/office/drawing/2010/main" val="0"/>
              </a:ext>
            </a:extLst>
          </a:blip>
          <a:srcRect l="9322" r="9322"/>
          <a:stretch>
            <a:fillRect/>
          </a:stretch>
        </p:blipFill>
        <p:spPr>
          <a:xfrm>
            <a:off x="2273300" y="-1588"/>
            <a:ext cx="9918700" cy="6859588"/>
          </a:xfrm>
          <a:prstGeom prst="rect">
            <a:avLst/>
          </a:prstGeom>
        </p:spPr>
      </p:pic>
      <p:sp>
        <p:nvSpPr>
          <p:cNvPr id="7" name="Text Placeholder 13">
            <a:extLst>
              <a:ext uri="{FF2B5EF4-FFF2-40B4-BE49-F238E27FC236}">
                <a16:creationId xmlns:a16="http://schemas.microsoft.com/office/drawing/2014/main" id="{5C674D03-4995-4743-8CE4-61CF32CFBDDE}"/>
              </a:ext>
            </a:extLst>
          </p:cNvPr>
          <p:cNvSpPr>
            <a:spLocks noGrp="1"/>
          </p:cNvSpPr>
          <p:nvPr>
            <p:ph type="body" sz="quarter" idx="11" hasCustomPrompt="1"/>
          </p:nvPr>
        </p:nvSpPr>
        <p:spPr>
          <a:xfrm>
            <a:off x="407988" y="434513"/>
            <a:ext cx="5471988" cy="1698343"/>
          </a:xfrm>
          <a:prstGeom prst="rect">
            <a:avLst/>
          </a:prstGeom>
        </p:spPr>
        <p:txBody>
          <a:bodyPr anchor="b">
            <a:noAutofit/>
          </a:bodyPr>
          <a:lstStyle>
            <a:lvl1pPr marL="0" indent="0">
              <a:lnSpc>
                <a:spcPts val="3000"/>
              </a:lnSpc>
              <a:buNone/>
              <a:defRPr sz="2600">
                <a:solidFill>
                  <a:schemeClr val="bg1"/>
                </a:solidFill>
              </a:defRPr>
            </a:lvl1pPr>
            <a:lvl2pPr marL="457200" indent="0">
              <a:buNone/>
              <a:defRPr sz="6000">
                <a:solidFill>
                  <a:schemeClr val="bg1"/>
                </a:solidFill>
              </a:defRPr>
            </a:lvl2pPr>
          </a:lstStyle>
          <a:p>
            <a:pPr lvl="0"/>
            <a:r>
              <a:rPr lang="en-US" dirty="0"/>
              <a:t>Click to insert section title</a:t>
            </a:r>
            <a:endParaRPr lang="pt-PT" dirty="0"/>
          </a:p>
        </p:txBody>
      </p:sp>
      <p:pic>
        <p:nvPicPr>
          <p:cNvPr id="11" name="Graphic 4">
            <a:extLst>
              <a:ext uri="{FF2B5EF4-FFF2-40B4-BE49-F238E27FC236}">
                <a16:creationId xmlns:a16="http://schemas.microsoft.com/office/drawing/2014/main" id="{25EEA1D4-3AF7-42D7-AE97-AE404AECFAEB}"/>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81836" t="-4713" b="16530"/>
          <a:stretch/>
        </p:blipFill>
        <p:spPr>
          <a:xfrm>
            <a:off x="11547793" y="188640"/>
            <a:ext cx="424356" cy="459624"/>
          </a:xfrm>
          <a:prstGeom prst="rect">
            <a:avLst/>
          </a:prstGeom>
        </p:spPr>
      </p:pic>
    </p:spTree>
    <p:extLst>
      <p:ext uri="{BB962C8B-B14F-4D97-AF65-F5344CB8AC3E}">
        <p14:creationId xmlns:p14="http://schemas.microsoft.com/office/powerpoint/2010/main" val="166434613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4.xml"/><Relationship Id="rId13" Type="http://schemas.openxmlformats.org/officeDocument/2006/relationships/slideLayout" Target="../slideLayouts/slideLayout19.xml"/><Relationship Id="rId18" Type="http://schemas.openxmlformats.org/officeDocument/2006/relationships/slideLayout" Target="../slideLayouts/slideLayout24.xml"/><Relationship Id="rId3" Type="http://schemas.openxmlformats.org/officeDocument/2006/relationships/slideLayout" Target="../slideLayouts/slideLayout9.xml"/><Relationship Id="rId21" Type="http://schemas.openxmlformats.org/officeDocument/2006/relationships/slideLayout" Target="../slideLayouts/slideLayout27.xml"/><Relationship Id="rId7" Type="http://schemas.openxmlformats.org/officeDocument/2006/relationships/slideLayout" Target="../slideLayouts/slideLayout13.xml"/><Relationship Id="rId12" Type="http://schemas.openxmlformats.org/officeDocument/2006/relationships/slideLayout" Target="../slideLayouts/slideLayout18.xml"/><Relationship Id="rId17" Type="http://schemas.openxmlformats.org/officeDocument/2006/relationships/slideLayout" Target="../slideLayouts/slideLayout23.xml"/><Relationship Id="rId25" Type="http://schemas.openxmlformats.org/officeDocument/2006/relationships/image" Target="../media/image4.svg"/><Relationship Id="rId2" Type="http://schemas.openxmlformats.org/officeDocument/2006/relationships/slideLayout" Target="../slideLayouts/slideLayout8.xml"/><Relationship Id="rId16" Type="http://schemas.openxmlformats.org/officeDocument/2006/relationships/slideLayout" Target="../slideLayouts/slideLayout22.xml"/><Relationship Id="rId20" Type="http://schemas.openxmlformats.org/officeDocument/2006/relationships/slideLayout" Target="../slideLayouts/slideLayout26.xml"/><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slideLayout" Target="../slideLayouts/slideLayout17.xml"/><Relationship Id="rId24" Type="http://schemas.openxmlformats.org/officeDocument/2006/relationships/image" Target="../media/image3.png"/><Relationship Id="rId5" Type="http://schemas.openxmlformats.org/officeDocument/2006/relationships/slideLayout" Target="../slideLayouts/slideLayout11.xml"/><Relationship Id="rId15" Type="http://schemas.openxmlformats.org/officeDocument/2006/relationships/slideLayout" Target="../slideLayouts/slideLayout21.xml"/><Relationship Id="rId23" Type="http://schemas.openxmlformats.org/officeDocument/2006/relationships/theme" Target="../theme/theme2.xml"/><Relationship Id="rId10" Type="http://schemas.openxmlformats.org/officeDocument/2006/relationships/slideLayout" Target="../slideLayouts/slideLayout16.xml"/><Relationship Id="rId19" Type="http://schemas.openxmlformats.org/officeDocument/2006/relationships/slideLayout" Target="../slideLayouts/slideLayout25.xml"/><Relationship Id="rId4" Type="http://schemas.openxmlformats.org/officeDocument/2006/relationships/slideLayout" Target="../slideLayouts/slideLayout10.xml"/><Relationship Id="rId9" Type="http://schemas.openxmlformats.org/officeDocument/2006/relationships/slideLayout" Target="../slideLayouts/slideLayout15.xml"/><Relationship Id="rId14" Type="http://schemas.openxmlformats.org/officeDocument/2006/relationships/slideLayout" Target="../slideLayouts/slideLayout20.xml"/><Relationship Id="rId22" Type="http://schemas.openxmlformats.org/officeDocument/2006/relationships/slideLayout" Target="../slideLayouts/slideLayout28.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6.xml"/><Relationship Id="rId13" Type="http://schemas.openxmlformats.org/officeDocument/2006/relationships/slideLayout" Target="../slideLayouts/slideLayout41.xml"/><Relationship Id="rId18" Type="http://schemas.openxmlformats.org/officeDocument/2006/relationships/slideLayout" Target="../slideLayouts/slideLayout46.xml"/><Relationship Id="rId3" Type="http://schemas.openxmlformats.org/officeDocument/2006/relationships/slideLayout" Target="../slideLayouts/slideLayout31.xml"/><Relationship Id="rId21" Type="http://schemas.openxmlformats.org/officeDocument/2006/relationships/image" Target="../media/image4.svg"/><Relationship Id="rId7" Type="http://schemas.openxmlformats.org/officeDocument/2006/relationships/slideLayout" Target="../slideLayouts/slideLayout35.xml"/><Relationship Id="rId12" Type="http://schemas.openxmlformats.org/officeDocument/2006/relationships/slideLayout" Target="../slideLayouts/slideLayout40.xml"/><Relationship Id="rId17" Type="http://schemas.openxmlformats.org/officeDocument/2006/relationships/slideLayout" Target="../slideLayouts/slideLayout45.xml"/><Relationship Id="rId2" Type="http://schemas.openxmlformats.org/officeDocument/2006/relationships/slideLayout" Target="../slideLayouts/slideLayout30.xml"/><Relationship Id="rId16" Type="http://schemas.openxmlformats.org/officeDocument/2006/relationships/slideLayout" Target="../slideLayouts/slideLayout44.xml"/><Relationship Id="rId20" Type="http://schemas.openxmlformats.org/officeDocument/2006/relationships/image" Target="../media/image3.png"/><Relationship Id="rId1" Type="http://schemas.openxmlformats.org/officeDocument/2006/relationships/slideLayout" Target="../slideLayouts/slideLayout29.xml"/><Relationship Id="rId6" Type="http://schemas.openxmlformats.org/officeDocument/2006/relationships/slideLayout" Target="../slideLayouts/slideLayout34.xml"/><Relationship Id="rId11" Type="http://schemas.openxmlformats.org/officeDocument/2006/relationships/slideLayout" Target="../slideLayouts/slideLayout39.xml"/><Relationship Id="rId5" Type="http://schemas.openxmlformats.org/officeDocument/2006/relationships/slideLayout" Target="../slideLayouts/slideLayout33.xml"/><Relationship Id="rId15" Type="http://schemas.openxmlformats.org/officeDocument/2006/relationships/slideLayout" Target="../slideLayouts/slideLayout43.xml"/><Relationship Id="rId10" Type="http://schemas.openxmlformats.org/officeDocument/2006/relationships/slideLayout" Target="../slideLayouts/slideLayout38.xml"/><Relationship Id="rId19" Type="http://schemas.openxmlformats.org/officeDocument/2006/relationships/theme" Target="../theme/theme3.xml"/><Relationship Id="rId4" Type="http://schemas.openxmlformats.org/officeDocument/2006/relationships/slideLayout" Target="../slideLayouts/slideLayout32.xml"/><Relationship Id="rId9" Type="http://schemas.openxmlformats.org/officeDocument/2006/relationships/slideLayout" Target="../slideLayouts/slideLayout37.xml"/><Relationship Id="rId14" Type="http://schemas.openxmlformats.org/officeDocument/2006/relationships/slideLayout" Target="../slideLayouts/slideLayout42.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49.xml"/><Relationship Id="rId7" Type="http://schemas.openxmlformats.org/officeDocument/2006/relationships/image" Target="../media/image4.svg"/><Relationship Id="rId2" Type="http://schemas.openxmlformats.org/officeDocument/2006/relationships/slideLayout" Target="../slideLayouts/slideLayout48.xml"/><Relationship Id="rId1" Type="http://schemas.openxmlformats.org/officeDocument/2006/relationships/slideLayout" Target="../slideLayouts/slideLayout47.xml"/><Relationship Id="rId6" Type="http://schemas.openxmlformats.org/officeDocument/2006/relationships/image" Target="../media/image3.png"/><Relationship Id="rId5" Type="http://schemas.openxmlformats.org/officeDocument/2006/relationships/theme" Target="../theme/theme4.xml"/><Relationship Id="rId4" Type="http://schemas.openxmlformats.org/officeDocument/2006/relationships/slideLayout" Target="../slideLayouts/slideLayout5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Title Placeholder 3">
            <a:extLst>
              <a:ext uri="{FF2B5EF4-FFF2-40B4-BE49-F238E27FC236}">
                <a16:creationId xmlns:a16="http://schemas.microsoft.com/office/drawing/2014/main" id="{509B218C-0963-489A-AA77-3748FFA421C5}"/>
              </a:ext>
            </a:extLst>
          </p:cNvPr>
          <p:cNvSpPr>
            <a:spLocks noGrp="1"/>
          </p:cNvSpPr>
          <p:nvPr>
            <p:ph type="title"/>
          </p:nvPr>
        </p:nvSpPr>
        <p:spPr>
          <a:xfrm>
            <a:off x="407987" y="413387"/>
            <a:ext cx="11376025" cy="855026"/>
          </a:xfrm>
          <a:prstGeom prst="rect">
            <a:avLst/>
          </a:prstGeom>
        </p:spPr>
        <p:txBody>
          <a:bodyPr vert="horz" lIns="0" tIns="0" rIns="0" bIns="0" rtlCol="0" anchor="t">
            <a:normAutofit/>
          </a:bodyPr>
          <a:lstStyle/>
          <a:p>
            <a:r>
              <a:rPr lang="fr-FR"/>
              <a:t>Modifiez le style du titre</a:t>
            </a:r>
            <a:endParaRPr lang="pt-PT" dirty="0"/>
          </a:p>
        </p:txBody>
      </p:sp>
      <p:sp>
        <p:nvSpPr>
          <p:cNvPr id="5" name="Text Placeholder 4">
            <a:extLst>
              <a:ext uri="{FF2B5EF4-FFF2-40B4-BE49-F238E27FC236}">
                <a16:creationId xmlns:a16="http://schemas.microsoft.com/office/drawing/2014/main" id="{A4D17236-A440-4453-A69C-BE3728C11608}"/>
              </a:ext>
            </a:extLst>
          </p:cNvPr>
          <p:cNvSpPr>
            <a:spLocks noGrp="1"/>
          </p:cNvSpPr>
          <p:nvPr>
            <p:ph type="body" idx="1"/>
          </p:nvPr>
        </p:nvSpPr>
        <p:spPr>
          <a:xfrm>
            <a:off x="407988" y="1412875"/>
            <a:ext cx="11376024" cy="4764088"/>
          </a:xfrm>
          <a:prstGeom prst="rect">
            <a:avLst/>
          </a:prstGeom>
        </p:spPr>
        <p:txBody>
          <a:bodyPr vert="horz" lIns="0" tIns="0" rIns="0" bIns="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pt-PT" dirty="0"/>
          </a:p>
        </p:txBody>
      </p:sp>
    </p:spTree>
    <p:extLst>
      <p:ext uri="{BB962C8B-B14F-4D97-AF65-F5344CB8AC3E}">
        <p14:creationId xmlns:p14="http://schemas.microsoft.com/office/powerpoint/2010/main" val="121971626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txStyles>
    <p:titleStyle>
      <a:lvl1pPr algn="l" defTabSz="914400" rtl="0" eaLnBrk="1" latinLnBrk="0" hangingPunct="1">
        <a:lnSpc>
          <a:spcPts val="3000"/>
        </a:lnSpc>
        <a:spcBef>
          <a:spcPct val="0"/>
        </a:spcBef>
        <a:buNone/>
        <a:defRPr sz="2600" kern="1200">
          <a:solidFill>
            <a:schemeClr val="tx2"/>
          </a:solidFill>
          <a:latin typeface="Verdana" panose="020B0604030504040204" pitchFamily="34" charset="0"/>
          <a:ea typeface="Verdana" panose="020B0604030504040204" pitchFamily="34" charset="0"/>
          <a:cs typeface="Verdana" panose="020B0604030504040204" pitchFamily="34" charset="0"/>
        </a:defRPr>
      </a:lvl1pPr>
    </p:titleStyle>
    <p:bodyStyle>
      <a:lvl1pPr marL="0" indent="0" algn="l" defTabSz="914400" rtl="0" eaLnBrk="1" latinLnBrk="0" hangingPunct="1">
        <a:lnSpc>
          <a:spcPct val="90000"/>
        </a:lnSpc>
        <a:spcBef>
          <a:spcPts val="1000"/>
        </a:spcBef>
        <a:buFont typeface="Arial" panose="020B0604020202020204" pitchFamily="34" charset="0"/>
        <a:buNone/>
        <a:defRPr sz="180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65">
          <p15:clr>
            <a:srgbClr val="F26B43"/>
          </p15:clr>
        </p15:guide>
        <p15:guide id="2" pos="257">
          <p15:clr>
            <a:srgbClr val="F26B43"/>
          </p15:clr>
        </p15:guide>
        <p15:guide id="3" pos="7423">
          <p15:clr>
            <a:srgbClr val="F26B43"/>
          </p15:clr>
        </p15:guide>
        <p15:guide id="4" orient="horz" pos="255">
          <p15:clr>
            <a:srgbClr val="F26B43"/>
          </p15:clr>
        </p15:guide>
        <p15:guide id="5" orient="horz" pos="799">
          <p15:clr>
            <a:srgbClr val="F26B43"/>
          </p15:clr>
        </p15:guide>
        <p15:guide id="6" orient="horz" pos="890">
          <p15:clr>
            <a:srgbClr val="F26B43"/>
          </p15:clr>
        </p15:guide>
        <p15:guide id="7" pos="3840">
          <p15:clr>
            <a:srgbClr val="F26B43"/>
          </p15:clr>
        </p15:guide>
        <p15:guide id="8" pos="3749">
          <p15:clr>
            <a:srgbClr val="F26B43"/>
          </p15:clr>
        </p15:guide>
        <p15:guide id="9" pos="393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2EB016D-CF9A-4584-982E-40465F70132F}"/>
              </a:ext>
            </a:extLst>
          </p:cNvPr>
          <p:cNvSpPr>
            <a:spLocks noGrp="1"/>
          </p:cNvSpPr>
          <p:nvPr>
            <p:ph type="title"/>
          </p:nvPr>
        </p:nvSpPr>
        <p:spPr>
          <a:xfrm>
            <a:off x="407988" y="404813"/>
            <a:ext cx="11016604" cy="863601"/>
          </a:xfrm>
          <a:prstGeom prst="rect">
            <a:avLst/>
          </a:prstGeom>
        </p:spPr>
        <p:txBody>
          <a:bodyPr vert="horz" lIns="0" tIns="0" rIns="0" bIns="0" rtlCol="0" anchor="t">
            <a:normAutofit/>
          </a:bodyPr>
          <a:lstStyle/>
          <a:p>
            <a:pPr lvl="0">
              <a:lnSpc>
                <a:spcPts val="3000"/>
              </a:lnSpc>
            </a:pPr>
            <a:r>
              <a:rPr lang="en-US" dirty="0"/>
              <a:t>Click to edit Master title style</a:t>
            </a:r>
            <a:endParaRPr lang="pt-PT" dirty="0"/>
          </a:p>
        </p:txBody>
      </p:sp>
      <p:pic>
        <p:nvPicPr>
          <p:cNvPr id="9" name="Graphic 4">
            <a:extLst>
              <a:ext uri="{FF2B5EF4-FFF2-40B4-BE49-F238E27FC236}">
                <a16:creationId xmlns:a16="http://schemas.microsoft.com/office/drawing/2014/main" id="{25EEA1D4-3AF7-42D7-AE97-AE404AECFAEB}"/>
              </a:ext>
            </a:extLst>
          </p:cNvPr>
          <p:cNvPicPr>
            <a:picLocks noChangeAspect="1"/>
          </p:cNvPicPr>
          <p:nvPr userDrawn="1"/>
        </p:nvPicPr>
        <p:blipFill rotWithShape="1">
          <a:blip r:embed="rId24">
            <a:extLst>
              <a:ext uri="{96DAC541-7B7A-43D3-8B79-37D633B846F1}">
                <asvg:svgBlip xmlns:asvg="http://schemas.microsoft.com/office/drawing/2016/SVG/main" r:embed="rId25"/>
              </a:ext>
            </a:extLst>
          </a:blip>
          <a:srcRect l="81836" t="-4713" b="16530"/>
          <a:stretch/>
        </p:blipFill>
        <p:spPr>
          <a:xfrm>
            <a:off x="11547793" y="188640"/>
            <a:ext cx="424356" cy="459624"/>
          </a:xfrm>
          <a:prstGeom prst="rect">
            <a:avLst/>
          </a:prstGeom>
        </p:spPr>
      </p:pic>
      <p:sp>
        <p:nvSpPr>
          <p:cNvPr id="13" name="Text Placeholder 2">
            <a:extLst>
              <a:ext uri="{FF2B5EF4-FFF2-40B4-BE49-F238E27FC236}">
                <a16:creationId xmlns:a16="http://schemas.microsoft.com/office/drawing/2014/main" id="{AF310831-D03E-404B-934F-73B268225B7E}"/>
              </a:ext>
            </a:extLst>
          </p:cNvPr>
          <p:cNvSpPr>
            <a:spLocks noGrp="1"/>
          </p:cNvSpPr>
          <p:nvPr>
            <p:ph type="body" idx="1"/>
          </p:nvPr>
        </p:nvSpPr>
        <p:spPr>
          <a:xfrm>
            <a:off x="413067" y="1412875"/>
            <a:ext cx="11370945" cy="5040313"/>
          </a:xfrm>
          <a:prstGeom prst="rect">
            <a:avLst/>
          </a:prstGeom>
        </p:spPr>
        <p:txBody>
          <a:bodyPr vert="horz" lIns="0" tIns="0" rIns="0" bIns="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p:txBody>
      </p:sp>
      <p:sp>
        <p:nvSpPr>
          <p:cNvPr id="5" name="Rectangle 4"/>
          <p:cNvSpPr/>
          <p:nvPr userDrawn="1"/>
        </p:nvSpPr>
        <p:spPr>
          <a:xfrm>
            <a:off x="12496801" y="1590548"/>
            <a:ext cx="595070" cy="62132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400"/>
              </a:spcAft>
            </a:pPr>
            <a:r>
              <a:rPr lang="en-US" sz="600" b="1" dirty="0"/>
              <a:t>Capgemini Blue</a:t>
            </a:r>
          </a:p>
          <a:p>
            <a:pPr marL="171450"/>
            <a:r>
              <a:rPr lang="en-US" sz="600" dirty="0"/>
              <a:t>R 0</a:t>
            </a:r>
          </a:p>
          <a:p>
            <a:pPr marL="171450"/>
            <a:r>
              <a:rPr lang="en-US" sz="600" dirty="0"/>
              <a:t>G 112</a:t>
            </a:r>
          </a:p>
          <a:p>
            <a:pPr marL="171450"/>
            <a:r>
              <a:rPr lang="en-US" sz="600" dirty="0"/>
              <a:t>B 173</a:t>
            </a:r>
          </a:p>
        </p:txBody>
      </p:sp>
      <p:sp>
        <p:nvSpPr>
          <p:cNvPr id="6" name="Rectangle 5"/>
          <p:cNvSpPr/>
          <p:nvPr userDrawn="1"/>
        </p:nvSpPr>
        <p:spPr>
          <a:xfrm>
            <a:off x="13091871" y="1590548"/>
            <a:ext cx="595070" cy="62132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400"/>
              </a:spcAft>
            </a:pPr>
            <a:r>
              <a:rPr lang="en-US" sz="600" b="1" dirty="0"/>
              <a:t>Vibrant</a:t>
            </a:r>
            <a:br>
              <a:rPr lang="en-US" sz="600" b="1" dirty="0"/>
            </a:br>
            <a:r>
              <a:rPr lang="en-US" sz="600" b="1" dirty="0"/>
              <a:t>Blue</a:t>
            </a:r>
          </a:p>
          <a:p>
            <a:pPr marL="171450"/>
            <a:r>
              <a:rPr lang="en-US" sz="600" dirty="0"/>
              <a:t>R 18</a:t>
            </a:r>
          </a:p>
          <a:p>
            <a:pPr marL="171450"/>
            <a:r>
              <a:rPr lang="en-US" sz="600" dirty="0"/>
              <a:t>G 171</a:t>
            </a:r>
          </a:p>
          <a:p>
            <a:pPr marL="171450"/>
            <a:r>
              <a:rPr lang="en-US" sz="600" dirty="0"/>
              <a:t>B 219</a:t>
            </a:r>
          </a:p>
        </p:txBody>
      </p:sp>
      <p:sp>
        <p:nvSpPr>
          <p:cNvPr id="7" name="Rectangle 6"/>
          <p:cNvSpPr/>
          <p:nvPr userDrawn="1"/>
        </p:nvSpPr>
        <p:spPr>
          <a:xfrm>
            <a:off x="13686941" y="1590548"/>
            <a:ext cx="595070" cy="621323"/>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400"/>
              </a:spcAft>
            </a:pPr>
            <a:r>
              <a:rPr lang="en-US" sz="600" b="1" dirty="0"/>
              <a:t>Deep</a:t>
            </a:r>
            <a:br>
              <a:rPr lang="en-US" sz="600" b="1" dirty="0"/>
            </a:br>
            <a:r>
              <a:rPr lang="en-US" sz="600" b="1" dirty="0"/>
              <a:t>Purple</a:t>
            </a:r>
          </a:p>
          <a:p>
            <a:pPr marL="171450"/>
            <a:r>
              <a:rPr lang="en-US" sz="600" dirty="0"/>
              <a:t>R 43</a:t>
            </a:r>
          </a:p>
          <a:p>
            <a:pPr marL="171450"/>
            <a:r>
              <a:rPr lang="en-US" sz="600" dirty="0"/>
              <a:t>G 10</a:t>
            </a:r>
          </a:p>
          <a:p>
            <a:pPr marL="171450"/>
            <a:r>
              <a:rPr lang="en-US" sz="600" dirty="0"/>
              <a:t>B 61</a:t>
            </a:r>
          </a:p>
        </p:txBody>
      </p:sp>
      <p:sp>
        <p:nvSpPr>
          <p:cNvPr id="8" name="Rectangle 7"/>
          <p:cNvSpPr/>
          <p:nvPr userDrawn="1"/>
        </p:nvSpPr>
        <p:spPr>
          <a:xfrm>
            <a:off x="14282011" y="1590548"/>
            <a:ext cx="595070" cy="62132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400"/>
              </a:spcAft>
            </a:pPr>
            <a:r>
              <a:rPr lang="en-US" sz="600" b="1" dirty="0"/>
              <a:t>Tech</a:t>
            </a:r>
            <a:br>
              <a:rPr lang="en-US" sz="600" b="1" dirty="0"/>
            </a:br>
            <a:r>
              <a:rPr lang="en-US" sz="600" b="1" dirty="0"/>
              <a:t>Red</a:t>
            </a:r>
          </a:p>
          <a:p>
            <a:pPr marL="171450"/>
            <a:r>
              <a:rPr lang="en-US" sz="600" dirty="0"/>
              <a:t>R 255</a:t>
            </a:r>
          </a:p>
          <a:p>
            <a:pPr marL="171450"/>
            <a:r>
              <a:rPr lang="en-US" sz="600" dirty="0"/>
              <a:t>G 48</a:t>
            </a:r>
          </a:p>
          <a:p>
            <a:pPr marL="171450"/>
            <a:r>
              <a:rPr lang="en-US" sz="600" dirty="0"/>
              <a:t>B 76</a:t>
            </a:r>
          </a:p>
        </p:txBody>
      </p:sp>
      <p:sp>
        <p:nvSpPr>
          <p:cNvPr id="10" name="Rectangle 9"/>
          <p:cNvSpPr/>
          <p:nvPr userDrawn="1"/>
        </p:nvSpPr>
        <p:spPr>
          <a:xfrm>
            <a:off x="14877081" y="1590548"/>
            <a:ext cx="595070" cy="621323"/>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400"/>
              </a:spcAft>
            </a:pPr>
            <a:r>
              <a:rPr lang="en-US" sz="600" b="1" dirty="0"/>
              <a:t>Zest</a:t>
            </a:r>
            <a:br>
              <a:rPr lang="en-US" sz="600" b="1" dirty="0"/>
            </a:br>
            <a:r>
              <a:rPr lang="en-US" sz="600" b="1" dirty="0"/>
              <a:t>Green</a:t>
            </a:r>
          </a:p>
          <a:p>
            <a:pPr marL="171450"/>
            <a:r>
              <a:rPr lang="en-US" sz="600" dirty="0"/>
              <a:t>R 149</a:t>
            </a:r>
          </a:p>
          <a:p>
            <a:pPr marL="171450"/>
            <a:r>
              <a:rPr lang="en-US" sz="600" dirty="0"/>
              <a:t>G 230</a:t>
            </a:r>
          </a:p>
          <a:p>
            <a:pPr marL="171450"/>
            <a:r>
              <a:rPr lang="en-US" sz="600" dirty="0"/>
              <a:t>B 22</a:t>
            </a:r>
          </a:p>
        </p:txBody>
      </p:sp>
      <p:sp>
        <p:nvSpPr>
          <p:cNvPr id="11" name="Rectangle 10"/>
          <p:cNvSpPr/>
          <p:nvPr userDrawn="1"/>
        </p:nvSpPr>
        <p:spPr>
          <a:xfrm>
            <a:off x="12496801" y="2468607"/>
            <a:ext cx="595070" cy="621323"/>
          </a:xfrm>
          <a:prstGeom prst="rect">
            <a:avLst/>
          </a:prstGeom>
          <a:solidFill>
            <a:srgbClr val="80B8D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marL="58738">
              <a:spcAft>
                <a:spcPts val="400"/>
              </a:spcAft>
            </a:pPr>
            <a:r>
              <a:rPr lang="en-US" sz="600" b="1" dirty="0"/>
              <a:t>Capgemini Blue</a:t>
            </a:r>
            <a:r>
              <a:rPr lang="en-US" sz="600" dirty="0"/>
              <a:t> (-50%)</a:t>
            </a:r>
          </a:p>
          <a:p>
            <a:pPr marL="171450"/>
            <a:r>
              <a:rPr lang="en-US" sz="600" dirty="0"/>
              <a:t>R 128</a:t>
            </a:r>
          </a:p>
          <a:p>
            <a:pPr marL="171450"/>
            <a:r>
              <a:rPr lang="en-US" sz="600" dirty="0"/>
              <a:t>G 184</a:t>
            </a:r>
          </a:p>
          <a:p>
            <a:pPr marL="171450"/>
            <a:r>
              <a:rPr lang="en-US" sz="600" dirty="0"/>
              <a:t>B 214</a:t>
            </a:r>
          </a:p>
        </p:txBody>
      </p:sp>
      <p:sp>
        <p:nvSpPr>
          <p:cNvPr id="12" name="Rectangle 11"/>
          <p:cNvSpPr/>
          <p:nvPr userDrawn="1"/>
        </p:nvSpPr>
        <p:spPr>
          <a:xfrm>
            <a:off x="13091871" y="2468607"/>
            <a:ext cx="595070" cy="621323"/>
          </a:xfrm>
          <a:prstGeom prst="rect">
            <a:avLst/>
          </a:prstGeom>
          <a:solidFill>
            <a:srgbClr val="88D5E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marL="58738">
              <a:spcAft>
                <a:spcPts val="400"/>
              </a:spcAft>
            </a:pPr>
            <a:r>
              <a:rPr lang="en-US" sz="600" b="1" dirty="0"/>
              <a:t>Vibrant</a:t>
            </a:r>
            <a:br>
              <a:rPr lang="en-US" sz="600" b="1" dirty="0"/>
            </a:br>
            <a:r>
              <a:rPr lang="en-US" sz="600" b="1" dirty="0"/>
              <a:t>Blue</a:t>
            </a:r>
            <a:r>
              <a:rPr lang="en-US" sz="600" dirty="0"/>
              <a:t> (-50%)</a:t>
            </a:r>
          </a:p>
          <a:p>
            <a:pPr marL="171450"/>
            <a:r>
              <a:rPr lang="en-US" sz="600" dirty="0"/>
              <a:t>R 136</a:t>
            </a:r>
          </a:p>
          <a:p>
            <a:pPr marL="171450"/>
            <a:r>
              <a:rPr lang="en-US" sz="600" dirty="0"/>
              <a:t>G 213</a:t>
            </a:r>
          </a:p>
          <a:p>
            <a:pPr marL="171450"/>
            <a:r>
              <a:rPr lang="en-US" sz="600" dirty="0"/>
              <a:t>B 237</a:t>
            </a:r>
          </a:p>
        </p:txBody>
      </p:sp>
      <p:sp>
        <p:nvSpPr>
          <p:cNvPr id="14" name="Rectangle 13"/>
          <p:cNvSpPr/>
          <p:nvPr userDrawn="1"/>
        </p:nvSpPr>
        <p:spPr>
          <a:xfrm>
            <a:off x="13686941" y="2468607"/>
            <a:ext cx="595070" cy="621323"/>
          </a:xfrm>
          <a:prstGeom prst="rect">
            <a:avLst/>
          </a:prstGeom>
          <a:solidFill>
            <a:srgbClr val="6D64C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400"/>
              </a:spcAft>
            </a:pPr>
            <a:r>
              <a:rPr lang="en-US" sz="600" b="1" dirty="0"/>
              <a:t>Bright</a:t>
            </a:r>
            <a:br>
              <a:rPr lang="en-US" sz="600" b="1" dirty="0"/>
            </a:br>
            <a:r>
              <a:rPr lang="en-US" sz="600" b="1" dirty="0"/>
              <a:t>Purple</a:t>
            </a:r>
          </a:p>
          <a:p>
            <a:pPr marL="171450"/>
            <a:r>
              <a:rPr lang="en-US" sz="600" dirty="0"/>
              <a:t>R 109</a:t>
            </a:r>
          </a:p>
          <a:p>
            <a:pPr marL="171450"/>
            <a:r>
              <a:rPr lang="en-US" sz="600" dirty="0"/>
              <a:t>G 100</a:t>
            </a:r>
          </a:p>
          <a:p>
            <a:pPr marL="171450"/>
            <a:r>
              <a:rPr lang="en-US" sz="600" dirty="0"/>
              <a:t>B 204</a:t>
            </a:r>
          </a:p>
        </p:txBody>
      </p:sp>
      <p:sp>
        <p:nvSpPr>
          <p:cNvPr id="15" name="Rectangle 14"/>
          <p:cNvSpPr/>
          <p:nvPr userDrawn="1"/>
        </p:nvSpPr>
        <p:spPr>
          <a:xfrm>
            <a:off x="14282011" y="2468607"/>
            <a:ext cx="595070" cy="621323"/>
          </a:xfrm>
          <a:prstGeom prst="rect">
            <a:avLst/>
          </a:prstGeom>
          <a:solidFill>
            <a:srgbClr val="FF632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400"/>
              </a:spcAft>
            </a:pPr>
            <a:r>
              <a:rPr lang="en-US" sz="600" b="1" dirty="0"/>
              <a:t>Orange</a:t>
            </a:r>
          </a:p>
          <a:p>
            <a:pPr marL="171450"/>
            <a:r>
              <a:rPr lang="en-US" sz="600" dirty="0"/>
              <a:t>R 255</a:t>
            </a:r>
          </a:p>
          <a:p>
            <a:pPr marL="171450"/>
            <a:r>
              <a:rPr lang="en-US" sz="600" dirty="0"/>
              <a:t>G 99</a:t>
            </a:r>
          </a:p>
          <a:p>
            <a:pPr marL="171450"/>
            <a:r>
              <a:rPr lang="en-US" sz="600" dirty="0"/>
              <a:t>B 39</a:t>
            </a:r>
          </a:p>
        </p:txBody>
      </p:sp>
      <p:sp>
        <p:nvSpPr>
          <p:cNvPr id="16" name="Rectangle 15"/>
          <p:cNvSpPr/>
          <p:nvPr userDrawn="1"/>
        </p:nvSpPr>
        <p:spPr>
          <a:xfrm>
            <a:off x="14877081" y="2468607"/>
            <a:ext cx="595070" cy="621323"/>
          </a:xfrm>
          <a:prstGeom prst="rect">
            <a:avLst/>
          </a:prstGeom>
          <a:solidFill>
            <a:srgbClr val="C8FF1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400"/>
              </a:spcAft>
            </a:pPr>
            <a:r>
              <a:rPr lang="en-US" sz="600" b="1" dirty="0"/>
              <a:t>Bright</a:t>
            </a:r>
            <a:br>
              <a:rPr lang="en-US" sz="600" b="1" dirty="0"/>
            </a:br>
            <a:r>
              <a:rPr lang="en-US" sz="600" b="1" dirty="0"/>
              <a:t>Green</a:t>
            </a:r>
          </a:p>
          <a:p>
            <a:pPr marL="171450"/>
            <a:r>
              <a:rPr lang="en-US" sz="600" dirty="0"/>
              <a:t>R 200</a:t>
            </a:r>
          </a:p>
          <a:p>
            <a:pPr marL="171450"/>
            <a:r>
              <a:rPr lang="en-US" sz="600" dirty="0"/>
              <a:t>G 255</a:t>
            </a:r>
          </a:p>
          <a:p>
            <a:pPr marL="171450"/>
            <a:r>
              <a:rPr lang="en-US" sz="600" dirty="0"/>
              <a:t>B 22</a:t>
            </a:r>
          </a:p>
        </p:txBody>
      </p:sp>
      <p:sp>
        <p:nvSpPr>
          <p:cNvPr id="17" name="Rectangle 16"/>
          <p:cNvSpPr/>
          <p:nvPr userDrawn="1"/>
        </p:nvSpPr>
        <p:spPr>
          <a:xfrm>
            <a:off x="13686941" y="3089930"/>
            <a:ext cx="595070" cy="621323"/>
          </a:xfrm>
          <a:prstGeom prst="rect">
            <a:avLst/>
          </a:prstGeom>
          <a:solidFill>
            <a:srgbClr val="7E39B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400"/>
              </a:spcAft>
            </a:pPr>
            <a:r>
              <a:rPr lang="en-US" sz="600" b="1" dirty="0"/>
              <a:t>Purple</a:t>
            </a:r>
          </a:p>
          <a:p>
            <a:pPr marL="171450"/>
            <a:r>
              <a:rPr lang="en-US" sz="600" dirty="0"/>
              <a:t>R 126</a:t>
            </a:r>
          </a:p>
          <a:p>
            <a:pPr marL="171450"/>
            <a:r>
              <a:rPr lang="en-US" sz="600" dirty="0"/>
              <a:t>G 57</a:t>
            </a:r>
          </a:p>
          <a:p>
            <a:pPr marL="171450"/>
            <a:r>
              <a:rPr lang="en-US" sz="600" dirty="0"/>
              <a:t>B 186</a:t>
            </a:r>
          </a:p>
        </p:txBody>
      </p:sp>
      <p:sp>
        <p:nvSpPr>
          <p:cNvPr id="18" name="Rectangle 17"/>
          <p:cNvSpPr/>
          <p:nvPr userDrawn="1"/>
        </p:nvSpPr>
        <p:spPr>
          <a:xfrm>
            <a:off x="14877081" y="3089930"/>
            <a:ext cx="595070" cy="621323"/>
          </a:xfrm>
          <a:prstGeom prst="rect">
            <a:avLst/>
          </a:prstGeom>
          <a:solidFill>
            <a:srgbClr val="00C37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400"/>
              </a:spcAft>
            </a:pPr>
            <a:r>
              <a:rPr lang="en-US" sz="600" b="1" dirty="0"/>
              <a:t>Green</a:t>
            </a:r>
          </a:p>
          <a:p>
            <a:pPr marL="171450"/>
            <a:r>
              <a:rPr lang="en-US" sz="600" dirty="0"/>
              <a:t>R 0</a:t>
            </a:r>
          </a:p>
          <a:p>
            <a:pPr marL="171450"/>
            <a:r>
              <a:rPr lang="en-US" sz="600" dirty="0"/>
              <a:t>G 195</a:t>
            </a:r>
          </a:p>
          <a:p>
            <a:pPr marL="171450"/>
            <a:r>
              <a:rPr lang="en-US" sz="600" dirty="0"/>
              <a:t>B 123</a:t>
            </a:r>
          </a:p>
        </p:txBody>
      </p:sp>
      <p:sp>
        <p:nvSpPr>
          <p:cNvPr id="19" name="Rectangle 18"/>
          <p:cNvSpPr/>
          <p:nvPr userDrawn="1"/>
        </p:nvSpPr>
        <p:spPr>
          <a:xfrm>
            <a:off x="14877081" y="4948917"/>
            <a:ext cx="595070" cy="621323"/>
          </a:xfrm>
          <a:prstGeom prst="rect">
            <a:avLst/>
          </a:prstGeom>
          <a:solidFill>
            <a:srgbClr val="15636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400"/>
              </a:spcAft>
            </a:pPr>
            <a:r>
              <a:rPr lang="en-US" sz="600" b="1" dirty="0"/>
              <a:t>Dark</a:t>
            </a:r>
            <a:br>
              <a:rPr lang="en-US" sz="600" b="1" dirty="0"/>
            </a:br>
            <a:r>
              <a:rPr lang="en-US" sz="600" b="1" dirty="0"/>
              <a:t>Green</a:t>
            </a:r>
          </a:p>
          <a:p>
            <a:pPr marL="171450"/>
            <a:r>
              <a:rPr lang="en-US" sz="600" dirty="0"/>
              <a:t>R 21</a:t>
            </a:r>
          </a:p>
          <a:p>
            <a:pPr marL="171450"/>
            <a:r>
              <a:rPr lang="en-US" sz="600" dirty="0"/>
              <a:t>G 99</a:t>
            </a:r>
          </a:p>
          <a:p>
            <a:pPr marL="171450"/>
            <a:r>
              <a:rPr lang="en-US" sz="600" dirty="0"/>
              <a:t>B 107</a:t>
            </a:r>
          </a:p>
        </p:txBody>
      </p:sp>
      <p:sp>
        <p:nvSpPr>
          <p:cNvPr id="20" name="Rectangle 19"/>
          <p:cNvSpPr/>
          <p:nvPr userDrawn="1"/>
        </p:nvSpPr>
        <p:spPr>
          <a:xfrm>
            <a:off x="14877081" y="4330085"/>
            <a:ext cx="595070" cy="621323"/>
          </a:xfrm>
          <a:prstGeom prst="rect">
            <a:avLst/>
          </a:prstGeom>
          <a:solidFill>
            <a:srgbClr val="0F999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400"/>
              </a:spcAft>
            </a:pPr>
            <a:r>
              <a:rPr lang="en-US" sz="600" b="1" dirty="0"/>
              <a:t>Aqua</a:t>
            </a:r>
          </a:p>
          <a:p>
            <a:pPr marL="171450"/>
            <a:r>
              <a:rPr lang="en-US" sz="600" dirty="0"/>
              <a:t>R 15</a:t>
            </a:r>
          </a:p>
          <a:p>
            <a:pPr marL="171450"/>
            <a:r>
              <a:rPr lang="en-US" sz="600" dirty="0"/>
              <a:t>G 153</a:t>
            </a:r>
          </a:p>
          <a:p>
            <a:pPr marL="171450"/>
            <a:r>
              <a:rPr lang="en-US" sz="600" dirty="0"/>
              <a:t>B 156</a:t>
            </a:r>
          </a:p>
        </p:txBody>
      </p:sp>
      <p:sp>
        <p:nvSpPr>
          <p:cNvPr id="21" name="Rectangle 20"/>
          <p:cNvSpPr/>
          <p:nvPr userDrawn="1"/>
        </p:nvSpPr>
        <p:spPr>
          <a:xfrm>
            <a:off x="14877081" y="3711253"/>
            <a:ext cx="595070" cy="621323"/>
          </a:xfrm>
          <a:prstGeom prst="rect">
            <a:avLst/>
          </a:prstGeom>
          <a:solidFill>
            <a:srgbClr val="01D1D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400"/>
              </a:spcAft>
            </a:pPr>
            <a:r>
              <a:rPr lang="en-US" sz="600" b="1" dirty="0"/>
              <a:t>Bright</a:t>
            </a:r>
            <a:br>
              <a:rPr lang="en-US" sz="600" b="1" dirty="0"/>
            </a:br>
            <a:r>
              <a:rPr lang="en-US" sz="600" b="1" dirty="0"/>
              <a:t>Aqua</a:t>
            </a:r>
          </a:p>
          <a:p>
            <a:pPr marL="171450"/>
            <a:r>
              <a:rPr lang="en-US" sz="600" dirty="0"/>
              <a:t>R 1</a:t>
            </a:r>
          </a:p>
          <a:p>
            <a:pPr marL="171450"/>
            <a:r>
              <a:rPr lang="en-US" sz="600" dirty="0"/>
              <a:t>G 209</a:t>
            </a:r>
          </a:p>
          <a:p>
            <a:pPr marL="171450"/>
            <a:r>
              <a:rPr lang="en-US" sz="600" dirty="0"/>
              <a:t>B 208</a:t>
            </a:r>
          </a:p>
        </p:txBody>
      </p:sp>
      <p:sp>
        <p:nvSpPr>
          <p:cNvPr id="22" name="Rectangle 21"/>
          <p:cNvSpPr/>
          <p:nvPr userDrawn="1"/>
        </p:nvSpPr>
        <p:spPr>
          <a:xfrm>
            <a:off x="14282011" y="3089930"/>
            <a:ext cx="595070" cy="621323"/>
          </a:xfrm>
          <a:prstGeom prst="rect">
            <a:avLst/>
          </a:prstGeom>
          <a:solidFill>
            <a:srgbClr val="FF0C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400"/>
              </a:spcAft>
            </a:pPr>
            <a:r>
              <a:rPr lang="en-US" sz="600" b="1" dirty="0"/>
              <a:t>Peach</a:t>
            </a:r>
          </a:p>
          <a:p>
            <a:pPr marL="171450"/>
            <a:r>
              <a:rPr lang="en-US" sz="600" dirty="0"/>
              <a:t>R 255</a:t>
            </a:r>
          </a:p>
          <a:p>
            <a:pPr marL="171450"/>
            <a:r>
              <a:rPr lang="en-US" sz="600" dirty="0"/>
              <a:t>G 126</a:t>
            </a:r>
          </a:p>
          <a:p>
            <a:pPr marL="171450"/>
            <a:r>
              <a:rPr lang="en-US" sz="600" dirty="0"/>
              <a:t>B 131</a:t>
            </a:r>
          </a:p>
        </p:txBody>
      </p:sp>
      <p:sp>
        <p:nvSpPr>
          <p:cNvPr id="23" name="Rectangle 22"/>
          <p:cNvSpPr/>
          <p:nvPr userDrawn="1"/>
        </p:nvSpPr>
        <p:spPr>
          <a:xfrm>
            <a:off x="14282011" y="3711253"/>
            <a:ext cx="595070" cy="621323"/>
          </a:xfrm>
          <a:prstGeom prst="rect">
            <a:avLst/>
          </a:prstGeom>
          <a:solidFill>
            <a:srgbClr val="CB298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400"/>
              </a:spcAft>
            </a:pPr>
            <a:r>
              <a:rPr lang="en-US" sz="600" b="1" dirty="0"/>
              <a:t>Light</a:t>
            </a:r>
            <a:br>
              <a:rPr lang="en-US" sz="600" b="1" dirty="0"/>
            </a:br>
            <a:r>
              <a:rPr lang="en-US" sz="600" b="1" dirty="0"/>
              <a:t>Claret</a:t>
            </a:r>
          </a:p>
          <a:p>
            <a:pPr marL="171450"/>
            <a:r>
              <a:rPr lang="en-US" sz="600" dirty="0"/>
              <a:t>R 203</a:t>
            </a:r>
          </a:p>
          <a:p>
            <a:pPr marL="171450"/>
            <a:r>
              <a:rPr lang="en-US" sz="600" dirty="0"/>
              <a:t>G 41</a:t>
            </a:r>
          </a:p>
          <a:p>
            <a:pPr marL="171450"/>
            <a:r>
              <a:rPr lang="en-US" sz="600" dirty="0"/>
              <a:t>B 128</a:t>
            </a:r>
          </a:p>
        </p:txBody>
      </p:sp>
      <p:sp>
        <p:nvSpPr>
          <p:cNvPr id="24" name="Rectangle 23"/>
          <p:cNvSpPr/>
          <p:nvPr userDrawn="1"/>
        </p:nvSpPr>
        <p:spPr>
          <a:xfrm>
            <a:off x="14282011" y="4330085"/>
            <a:ext cx="595070" cy="621323"/>
          </a:xfrm>
          <a:prstGeom prst="rect">
            <a:avLst/>
          </a:prstGeom>
          <a:solidFill>
            <a:srgbClr val="86086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400"/>
              </a:spcAft>
            </a:pPr>
            <a:r>
              <a:rPr lang="en-US" sz="600" b="1" dirty="0"/>
              <a:t>Claret</a:t>
            </a:r>
          </a:p>
          <a:p>
            <a:pPr marL="171450"/>
            <a:r>
              <a:rPr lang="en-US" sz="600" dirty="0"/>
              <a:t>R 134</a:t>
            </a:r>
          </a:p>
          <a:p>
            <a:pPr marL="171450"/>
            <a:r>
              <a:rPr lang="en-US" sz="600" dirty="0"/>
              <a:t>G 8</a:t>
            </a:r>
          </a:p>
          <a:p>
            <a:pPr marL="171450"/>
            <a:r>
              <a:rPr lang="en-US" sz="600" dirty="0"/>
              <a:t>B 100</a:t>
            </a:r>
          </a:p>
        </p:txBody>
      </p:sp>
      <p:sp>
        <p:nvSpPr>
          <p:cNvPr id="25" name="Rectangle 24"/>
          <p:cNvSpPr/>
          <p:nvPr userDrawn="1"/>
        </p:nvSpPr>
        <p:spPr>
          <a:xfrm>
            <a:off x="12496801" y="1405970"/>
            <a:ext cx="570669" cy="1538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r>
              <a:rPr lang="en-US" sz="1000" b="1" dirty="0">
                <a:solidFill>
                  <a:schemeClr val="tx2"/>
                </a:solidFill>
              </a:rPr>
              <a:t>Primary</a:t>
            </a:r>
          </a:p>
        </p:txBody>
      </p:sp>
      <p:sp>
        <p:nvSpPr>
          <p:cNvPr id="26" name="Rectangle 25"/>
          <p:cNvSpPr/>
          <p:nvPr userDrawn="1"/>
        </p:nvSpPr>
        <p:spPr>
          <a:xfrm>
            <a:off x="12496801" y="2285400"/>
            <a:ext cx="843180" cy="1538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r>
              <a:rPr lang="en-US" sz="1000" b="1" dirty="0">
                <a:solidFill>
                  <a:schemeClr val="tx2"/>
                </a:solidFill>
              </a:rPr>
              <a:t>Infographic</a:t>
            </a:r>
          </a:p>
        </p:txBody>
      </p:sp>
      <p:sp>
        <p:nvSpPr>
          <p:cNvPr id="27" name="Rectangle 26"/>
          <p:cNvSpPr/>
          <p:nvPr userDrawn="1"/>
        </p:nvSpPr>
        <p:spPr>
          <a:xfrm>
            <a:off x="13686941" y="1405970"/>
            <a:ext cx="753411" cy="1538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r>
              <a:rPr lang="en-US" sz="1000" b="1" dirty="0">
                <a:solidFill>
                  <a:schemeClr val="tx2"/>
                </a:solidFill>
              </a:rPr>
              <a:t>Secondary</a:t>
            </a:r>
          </a:p>
        </p:txBody>
      </p:sp>
      <p:sp>
        <p:nvSpPr>
          <p:cNvPr id="28" name="Rectangle 27"/>
          <p:cNvSpPr/>
          <p:nvPr userDrawn="1"/>
        </p:nvSpPr>
        <p:spPr>
          <a:xfrm>
            <a:off x="13686941" y="3711253"/>
            <a:ext cx="595070" cy="621323"/>
          </a:xfrm>
          <a:prstGeom prst="rect">
            <a:avLst/>
          </a:prstGeom>
          <a:solidFill>
            <a:srgbClr val="4701A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400"/>
              </a:spcAft>
            </a:pPr>
            <a:r>
              <a:rPr lang="en-US" sz="600" b="1" dirty="0"/>
              <a:t>Dark</a:t>
            </a:r>
            <a:br>
              <a:rPr lang="en-US" sz="600" b="1" dirty="0"/>
            </a:br>
            <a:r>
              <a:rPr lang="en-US" sz="600" b="1" dirty="0"/>
              <a:t>Purple</a:t>
            </a:r>
          </a:p>
          <a:p>
            <a:pPr marL="171450"/>
            <a:r>
              <a:rPr lang="en-US" sz="600" dirty="0"/>
              <a:t>R 71</a:t>
            </a:r>
          </a:p>
          <a:p>
            <a:pPr marL="171450"/>
            <a:r>
              <a:rPr lang="en-US" sz="600" dirty="0"/>
              <a:t>G 1</a:t>
            </a:r>
          </a:p>
          <a:p>
            <a:pPr marL="171450"/>
            <a:r>
              <a:rPr lang="en-US" sz="600" dirty="0"/>
              <a:t>B 167</a:t>
            </a:r>
          </a:p>
        </p:txBody>
      </p:sp>
    </p:spTree>
    <p:extLst>
      <p:ext uri="{BB962C8B-B14F-4D97-AF65-F5344CB8AC3E}">
        <p14:creationId xmlns:p14="http://schemas.microsoft.com/office/powerpoint/2010/main" val="385757066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 id="2147483690" r:id="rId18"/>
    <p:sldLayoutId id="2147483691" r:id="rId19"/>
    <p:sldLayoutId id="2147483692" r:id="rId20"/>
    <p:sldLayoutId id="2147483693" r:id="rId21"/>
    <p:sldLayoutId id="2147483694" r:id="rId22"/>
  </p:sldLayoutIdLst>
  <p:txStyles>
    <p:titleStyle>
      <a:lvl1pPr algn="l" defTabSz="914400" rtl="0" eaLnBrk="1" latinLnBrk="0" hangingPunct="1">
        <a:lnSpc>
          <a:spcPct val="90000"/>
        </a:lnSpc>
        <a:spcBef>
          <a:spcPct val="0"/>
        </a:spcBef>
        <a:buNone/>
        <a:defRPr lang="pt-PT" sz="2600" kern="1200">
          <a:solidFill>
            <a:schemeClr val="tx2"/>
          </a:solidFill>
          <a:latin typeface="Verdana" panose="020B0604030504040204" pitchFamily="34" charset="0"/>
          <a:ea typeface="Verdana" panose="020B0604030504040204" pitchFamily="34" charset="0"/>
          <a:cs typeface="Verdana" panose="020B0604030504040204" pitchFamily="34" charset="0"/>
        </a:defRPr>
      </a:lvl1pPr>
    </p:titleStyle>
    <p:bodyStyle>
      <a:lvl1pPr marL="0" indent="0" algn="l" defTabSz="914400" rtl="0" eaLnBrk="1" latinLnBrk="0" hangingPunct="1">
        <a:lnSpc>
          <a:spcPts val="22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233363" indent="-228600" algn="l" defTabSz="914400" rtl="0" eaLnBrk="1" latinLnBrk="0" hangingPunct="1">
        <a:lnSpc>
          <a:spcPts val="2000"/>
        </a:lnSpc>
        <a:spcBef>
          <a:spcPts val="0"/>
        </a:spcBef>
        <a:spcAft>
          <a:spcPts val="600"/>
        </a:spcAft>
        <a:buClr>
          <a:schemeClr val="accent1"/>
        </a:buClr>
        <a:buFont typeface="Wingdings" panose="05000000000000000000" pitchFamily="2" charset="2"/>
        <a:buChar char="§"/>
        <a:defRPr sz="1600" kern="1200">
          <a:solidFill>
            <a:schemeClr val="tx1"/>
          </a:solidFill>
          <a:latin typeface="+mn-lt"/>
          <a:ea typeface="+mn-ea"/>
          <a:cs typeface="+mn-cs"/>
        </a:defRPr>
      </a:lvl2pPr>
      <a:lvl3pPr marL="457200" indent="-223838" algn="l" defTabSz="914400" rtl="0" eaLnBrk="1" latinLnBrk="0" hangingPunct="1">
        <a:lnSpc>
          <a:spcPts val="1600"/>
        </a:lnSpc>
        <a:spcBef>
          <a:spcPts val="0"/>
        </a:spcBef>
        <a:spcAft>
          <a:spcPts val="600"/>
        </a:spcAft>
        <a:buClr>
          <a:schemeClr val="accent1"/>
        </a:buClr>
        <a:buFont typeface="Arial" panose="020B0604020202020204" pitchFamily="34" charset="0"/>
        <a:buChar char="•"/>
        <a:defRPr sz="1400" kern="1200">
          <a:solidFill>
            <a:schemeClr val="tx1"/>
          </a:solidFill>
          <a:latin typeface="+mn-lt"/>
          <a:ea typeface="+mn-ea"/>
          <a:cs typeface="+mn-cs"/>
        </a:defRPr>
      </a:lvl3pPr>
      <a:lvl4pPr marL="690563" indent="-233363" algn="l" defTabSz="914400" rtl="0" eaLnBrk="1" latinLnBrk="0" hangingPunct="1">
        <a:lnSpc>
          <a:spcPct val="90000"/>
        </a:lnSpc>
        <a:spcBef>
          <a:spcPts val="0"/>
        </a:spcBef>
        <a:spcAft>
          <a:spcPts val="600"/>
        </a:spcAft>
        <a:buClr>
          <a:schemeClr val="accent1"/>
        </a:buClr>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5">
          <p15:clr>
            <a:srgbClr val="F26B43"/>
          </p15:clr>
        </p15:guide>
        <p15:guide id="2" pos="7423">
          <p15:clr>
            <a:srgbClr val="F26B43"/>
          </p15:clr>
        </p15:guide>
        <p15:guide id="3" pos="257">
          <p15:clr>
            <a:srgbClr val="F26B43"/>
          </p15:clr>
        </p15:guide>
        <p15:guide id="4" orient="horz" pos="4065">
          <p15:clr>
            <a:srgbClr val="F26B43"/>
          </p15:clr>
        </p15:guide>
        <p15:guide id="5" orient="horz" pos="799">
          <p15:clr>
            <a:srgbClr val="F26B43"/>
          </p15:clr>
        </p15:guide>
        <p15:guide id="6" orient="horz" pos="890">
          <p15:clr>
            <a:srgbClr val="F26B43"/>
          </p15:clr>
        </p15:guide>
        <p15:guide id="7" pos="3840">
          <p15:clr>
            <a:srgbClr val="F26B43"/>
          </p15:clr>
        </p15:guide>
        <p15:guide id="8" pos="3749">
          <p15:clr>
            <a:srgbClr val="F26B43"/>
          </p15:clr>
        </p15:guide>
        <p15:guide id="9" pos="393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6" name="Rectangle 15"/>
          <p:cNvSpPr/>
          <p:nvPr userDrawn="1"/>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4">
            <a:extLst>
              <a:ext uri="{FF2B5EF4-FFF2-40B4-BE49-F238E27FC236}">
                <a16:creationId xmlns:a16="http://schemas.microsoft.com/office/drawing/2014/main" id="{25EEA1D4-3AF7-42D7-AE97-AE404AECFAEB}"/>
              </a:ext>
            </a:extLst>
          </p:cNvPr>
          <p:cNvPicPr>
            <a:picLocks noChangeAspect="1"/>
          </p:cNvPicPr>
          <p:nvPr userDrawn="1"/>
        </p:nvPicPr>
        <p:blipFill rotWithShape="1">
          <a:blip r:embed="rId20">
            <a:extLst>
              <a:ext uri="{96DAC541-7B7A-43D3-8B79-37D633B846F1}">
                <asvg:svgBlip xmlns:asvg="http://schemas.microsoft.com/office/drawing/2016/SVG/main" r:embed="rId21"/>
              </a:ext>
            </a:extLst>
          </a:blip>
          <a:srcRect l="81836" t="-4713" b="16530"/>
          <a:stretch/>
        </p:blipFill>
        <p:spPr>
          <a:xfrm>
            <a:off x="11547793" y="188640"/>
            <a:ext cx="424356" cy="459624"/>
          </a:xfrm>
          <a:prstGeom prst="rect">
            <a:avLst/>
          </a:prstGeom>
        </p:spPr>
      </p:pic>
      <p:sp>
        <p:nvSpPr>
          <p:cNvPr id="14" name="Title Placeholder 1">
            <a:extLst>
              <a:ext uri="{FF2B5EF4-FFF2-40B4-BE49-F238E27FC236}">
                <a16:creationId xmlns:a16="http://schemas.microsoft.com/office/drawing/2014/main" id="{F2EB016D-CF9A-4584-982E-40465F70132F}"/>
              </a:ext>
            </a:extLst>
          </p:cNvPr>
          <p:cNvSpPr>
            <a:spLocks noGrp="1"/>
          </p:cNvSpPr>
          <p:nvPr>
            <p:ph type="title"/>
          </p:nvPr>
        </p:nvSpPr>
        <p:spPr>
          <a:xfrm>
            <a:off x="407988" y="404813"/>
            <a:ext cx="11016604" cy="863601"/>
          </a:xfrm>
          <a:prstGeom prst="rect">
            <a:avLst/>
          </a:prstGeom>
        </p:spPr>
        <p:txBody>
          <a:bodyPr vert="horz" lIns="0" tIns="0" rIns="0" bIns="0" rtlCol="0" anchor="t">
            <a:normAutofit/>
          </a:bodyPr>
          <a:lstStyle/>
          <a:p>
            <a:pPr lvl="0">
              <a:lnSpc>
                <a:spcPts val="3000"/>
              </a:lnSpc>
            </a:pPr>
            <a:r>
              <a:rPr lang="en-US" dirty="0"/>
              <a:t>Click to edit Master title style</a:t>
            </a:r>
            <a:endParaRPr lang="pt-PT" dirty="0"/>
          </a:p>
        </p:txBody>
      </p:sp>
      <p:sp>
        <p:nvSpPr>
          <p:cNvPr id="15" name="Text Placeholder 2">
            <a:extLst>
              <a:ext uri="{FF2B5EF4-FFF2-40B4-BE49-F238E27FC236}">
                <a16:creationId xmlns:a16="http://schemas.microsoft.com/office/drawing/2014/main" id="{AF310831-D03E-404B-934F-73B268225B7E}"/>
              </a:ext>
            </a:extLst>
          </p:cNvPr>
          <p:cNvSpPr>
            <a:spLocks noGrp="1"/>
          </p:cNvSpPr>
          <p:nvPr>
            <p:ph type="body" idx="1"/>
          </p:nvPr>
        </p:nvSpPr>
        <p:spPr>
          <a:xfrm>
            <a:off x="413067" y="1412875"/>
            <a:ext cx="11370945" cy="5040313"/>
          </a:xfrm>
          <a:prstGeom prst="rect">
            <a:avLst/>
          </a:prstGeom>
        </p:spPr>
        <p:txBody>
          <a:bodyPr vert="horz" lIns="0" tIns="0" rIns="0" bIns="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p:txBody>
      </p:sp>
      <p:sp>
        <p:nvSpPr>
          <p:cNvPr id="6" name="Rectangle 5"/>
          <p:cNvSpPr/>
          <p:nvPr userDrawn="1"/>
        </p:nvSpPr>
        <p:spPr>
          <a:xfrm>
            <a:off x="12496801" y="1590548"/>
            <a:ext cx="595070" cy="62132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400"/>
              </a:spcAft>
            </a:pPr>
            <a:r>
              <a:rPr lang="en-US" sz="600" b="1" dirty="0"/>
              <a:t>Capgemini Blue</a:t>
            </a:r>
          </a:p>
          <a:p>
            <a:pPr marL="171450"/>
            <a:r>
              <a:rPr lang="en-US" sz="600" dirty="0"/>
              <a:t>R 0</a:t>
            </a:r>
          </a:p>
          <a:p>
            <a:pPr marL="171450"/>
            <a:r>
              <a:rPr lang="en-US" sz="600" dirty="0"/>
              <a:t>G 112</a:t>
            </a:r>
          </a:p>
          <a:p>
            <a:pPr marL="171450"/>
            <a:r>
              <a:rPr lang="en-US" sz="600" dirty="0"/>
              <a:t>B 173</a:t>
            </a:r>
          </a:p>
        </p:txBody>
      </p:sp>
      <p:sp>
        <p:nvSpPr>
          <p:cNvPr id="7" name="Rectangle 6"/>
          <p:cNvSpPr/>
          <p:nvPr userDrawn="1"/>
        </p:nvSpPr>
        <p:spPr>
          <a:xfrm>
            <a:off x="13091871" y="1590548"/>
            <a:ext cx="595070" cy="62132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400"/>
              </a:spcAft>
            </a:pPr>
            <a:r>
              <a:rPr lang="en-US" sz="600" b="1" dirty="0"/>
              <a:t>Vibrant</a:t>
            </a:r>
            <a:br>
              <a:rPr lang="en-US" sz="600" b="1" dirty="0"/>
            </a:br>
            <a:r>
              <a:rPr lang="en-US" sz="600" b="1" dirty="0"/>
              <a:t>Blue</a:t>
            </a:r>
          </a:p>
          <a:p>
            <a:pPr marL="171450"/>
            <a:r>
              <a:rPr lang="en-US" sz="600" dirty="0"/>
              <a:t>R 18</a:t>
            </a:r>
          </a:p>
          <a:p>
            <a:pPr marL="171450"/>
            <a:r>
              <a:rPr lang="en-US" sz="600" dirty="0"/>
              <a:t>G 171</a:t>
            </a:r>
          </a:p>
          <a:p>
            <a:pPr marL="171450"/>
            <a:r>
              <a:rPr lang="en-US" sz="600" dirty="0"/>
              <a:t>B 219</a:t>
            </a:r>
          </a:p>
        </p:txBody>
      </p:sp>
      <p:sp>
        <p:nvSpPr>
          <p:cNvPr id="8" name="Rectangle 7"/>
          <p:cNvSpPr/>
          <p:nvPr userDrawn="1"/>
        </p:nvSpPr>
        <p:spPr>
          <a:xfrm>
            <a:off x="13686941" y="1590548"/>
            <a:ext cx="595070" cy="621323"/>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400"/>
              </a:spcAft>
            </a:pPr>
            <a:r>
              <a:rPr lang="en-US" sz="600" b="1" dirty="0"/>
              <a:t>Deep</a:t>
            </a:r>
            <a:br>
              <a:rPr lang="en-US" sz="600" b="1" dirty="0"/>
            </a:br>
            <a:r>
              <a:rPr lang="en-US" sz="600" b="1" dirty="0"/>
              <a:t>Purple</a:t>
            </a:r>
          </a:p>
          <a:p>
            <a:pPr marL="171450"/>
            <a:r>
              <a:rPr lang="en-US" sz="600" dirty="0"/>
              <a:t>R 43</a:t>
            </a:r>
          </a:p>
          <a:p>
            <a:pPr marL="171450"/>
            <a:r>
              <a:rPr lang="en-US" sz="600" dirty="0"/>
              <a:t>G 10</a:t>
            </a:r>
          </a:p>
          <a:p>
            <a:pPr marL="171450"/>
            <a:r>
              <a:rPr lang="en-US" sz="600" dirty="0"/>
              <a:t>B 61</a:t>
            </a:r>
          </a:p>
        </p:txBody>
      </p:sp>
      <p:sp>
        <p:nvSpPr>
          <p:cNvPr id="9" name="Rectangle 8"/>
          <p:cNvSpPr/>
          <p:nvPr userDrawn="1"/>
        </p:nvSpPr>
        <p:spPr>
          <a:xfrm>
            <a:off x="14282011" y="1590548"/>
            <a:ext cx="595070" cy="62132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400"/>
              </a:spcAft>
            </a:pPr>
            <a:r>
              <a:rPr lang="en-US" sz="600" b="1" dirty="0"/>
              <a:t>Tech</a:t>
            </a:r>
            <a:br>
              <a:rPr lang="en-US" sz="600" b="1" dirty="0"/>
            </a:br>
            <a:r>
              <a:rPr lang="en-US" sz="600" b="1" dirty="0"/>
              <a:t>Red</a:t>
            </a:r>
          </a:p>
          <a:p>
            <a:pPr marL="171450"/>
            <a:r>
              <a:rPr lang="en-US" sz="600" dirty="0"/>
              <a:t>R 255</a:t>
            </a:r>
          </a:p>
          <a:p>
            <a:pPr marL="171450"/>
            <a:r>
              <a:rPr lang="en-US" sz="600" dirty="0"/>
              <a:t>G 48</a:t>
            </a:r>
          </a:p>
          <a:p>
            <a:pPr marL="171450"/>
            <a:r>
              <a:rPr lang="en-US" sz="600" dirty="0"/>
              <a:t>B 76</a:t>
            </a:r>
          </a:p>
        </p:txBody>
      </p:sp>
      <p:sp>
        <p:nvSpPr>
          <p:cNvPr id="10" name="Rectangle 9"/>
          <p:cNvSpPr/>
          <p:nvPr userDrawn="1"/>
        </p:nvSpPr>
        <p:spPr>
          <a:xfrm>
            <a:off x="14877081" y="1590548"/>
            <a:ext cx="595070" cy="621323"/>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400"/>
              </a:spcAft>
            </a:pPr>
            <a:r>
              <a:rPr lang="en-US" sz="600" b="1" dirty="0"/>
              <a:t>Zest</a:t>
            </a:r>
            <a:br>
              <a:rPr lang="en-US" sz="600" b="1" dirty="0"/>
            </a:br>
            <a:r>
              <a:rPr lang="en-US" sz="600" b="1" dirty="0"/>
              <a:t>Green</a:t>
            </a:r>
          </a:p>
          <a:p>
            <a:pPr marL="171450"/>
            <a:r>
              <a:rPr lang="en-US" sz="600" dirty="0"/>
              <a:t>R 149</a:t>
            </a:r>
          </a:p>
          <a:p>
            <a:pPr marL="171450"/>
            <a:r>
              <a:rPr lang="en-US" sz="600" dirty="0"/>
              <a:t>G 230</a:t>
            </a:r>
          </a:p>
          <a:p>
            <a:pPr marL="171450"/>
            <a:r>
              <a:rPr lang="en-US" sz="600" dirty="0"/>
              <a:t>B 22</a:t>
            </a:r>
          </a:p>
        </p:txBody>
      </p:sp>
      <p:sp>
        <p:nvSpPr>
          <p:cNvPr id="11" name="Rectangle 10"/>
          <p:cNvSpPr/>
          <p:nvPr userDrawn="1"/>
        </p:nvSpPr>
        <p:spPr>
          <a:xfrm>
            <a:off x="12496801" y="2468607"/>
            <a:ext cx="595070" cy="621323"/>
          </a:xfrm>
          <a:prstGeom prst="rect">
            <a:avLst/>
          </a:prstGeom>
          <a:solidFill>
            <a:srgbClr val="80B8D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marL="58738">
              <a:spcAft>
                <a:spcPts val="400"/>
              </a:spcAft>
            </a:pPr>
            <a:r>
              <a:rPr lang="en-US" sz="600" b="1" dirty="0"/>
              <a:t>Capgemini Blue</a:t>
            </a:r>
            <a:r>
              <a:rPr lang="en-US" sz="600" dirty="0"/>
              <a:t> (-50%)</a:t>
            </a:r>
          </a:p>
          <a:p>
            <a:pPr marL="171450"/>
            <a:r>
              <a:rPr lang="en-US" sz="600" dirty="0"/>
              <a:t>R 128</a:t>
            </a:r>
          </a:p>
          <a:p>
            <a:pPr marL="171450"/>
            <a:r>
              <a:rPr lang="en-US" sz="600" dirty="0"/>
              <a:t>G 184</a:t>
            </a:r>
          </a:p>
          <a:p>
            <a:pPr marL="171450"/>
            <a:r>
              <a:rPr lang="en-US" sz="600" dirty="0"/>
              <a:t>B 214</a:t>
            </a:r>
          </a:p>
        </p:txBody>
      </p:sp>
      <p:sp>
        <p:nvSpPr>
          <p:cNvPr id="12" name="Rectangle 11"/>
          <p:cNvSpPr/>
          <p:nvPr userDrawn="1"/>
        </p:nvSpPr>
        <p:spPr>
          <a:xfrm>
            <a:off x="13091871" y="2468607"/>
            <a:ext cx="595070" cy="621323"/>
          </a:xfrm>
          <a:prstGeom prst="rect">
            <a:avLst/>
          </a:prstGeom>
          <a:solidFill>
            <a:srgbClr val="88D5E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marL="58738">
              <a:spcAft>
                <a:spcPts val="400"/>
              </a:spcAft>
            </a:pPr>
            <a:r>
              <a:rPr lang="en-US" sz="600" b="1" dirty="0"/>
              <a:t>Vibrant</a:t>
            </a:r>
            <a:br>
              <a:rPr lang="en-US" sz="600" b="1" dirty="0"/>
            </a:br>
            <a:r>
              <a:rPr lang="en-US" sz="600" b="1" dirty="0"/>
              <a:t>Blue</a:t>
            </a:r>
            <a:r>
              <a:rPr lang="en-US" sz="600" dirty="0"/>
              <a:t> (-50%)</a:t>
            </a:r>
          </a:p>
          <a:p>
            <a:pPr marL="171450"/>
            <a:r>
              <a:rPr lang="en-US" sz="600" dirty="0"/>
              <a:t>R 136</a:t>
            </a:r>
          </a:p>
          <a:p>
            <a:pPr marL="171450"/>
            <a:r>
              <a:rPr lang="en-US" sz="600" dirty="0"/>
              <a:t>G 213</a:t>
            </a:r>
          </a:p>
          <a:p>
            <a:pPr marL="171450"/>
            <a:r>
              <a:rPr lang="en-US" sz="600" dirty="0"/>
              <a:t>B 237</a:t>
            </a:r>
          </a:p>
        </p:txBody>
      </p:sp>
      <p:sp>
        <p:nvSpPr>
          <p:cNvPr id="17" name="Rectangle 16"/>
          <p:cNvSpPr/>
          <p:nvPr userDrawn="1"/>
        </p:nvSpPr>
        <p:spPr>
          <a:xfrm>
            <a:off x="13686941" y="2468607"/>
            <a:ext cx="595070" cy="621323"/>
          </a:xfrm>
          <a:prstGeom prst="rect">
            <a:avLst/>
          </a:prstGeom>
          <a:solidFill>
            <a:srgbClr val="6D64C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400"/>
              </a:spcAft>
            </a:pPr>
            <a:r>
              <a:rPr lang="en-US" sz="600" b="1" dirty="0"/>
              <a:t>Bright</a:t>
            </a:r>
            <a:br>
              <a:rPr lang="en-US" sz="600" b="1" dirty="0"/>
            </a:br>
            <a:r>
              <a:rPr lang="en-US" sz="600" b="1" dirty="0"/>
              <a:t>Purple</a:t>
            </a:r>
          </a:p>
          <a:p>
            <a:pPr marL="171450"/>
            <a:r>
              <a:rPr lang="en-US" sz="600" dirty="0"/>
              <a:t>R 109</a:t>
            </a:r>
          </a:p>
          <a:p>
            <a:pPr marL="171450"/>
            <a:r>
              <a:rPr lang="en-US" sz="600" dirty="0"/>
              <a:t>G 100</a:t>
            </a:r>
          </a:p>
          <a:p>
            <a:pPr marL="171450"/>
            <a:r>
              <a:rPr lang="en-US" sz="600" dirty="0"/>
              <a:t>B 204</a:t>
            </a:r>
          </a:p>
        </p:txBody>
      </p:sp>
      <p:sp>
        <p:nvSpPr>
          <p:cNvPr id="18" name="Rectangle 17"/>
          <p:cNvSpPr/>
          <p:nvPr userDrawn="1"/>
        </p:nvSpPr>
        <p:spPr>
          <a:xfrm>
            <a:off x="14282011" y="2468607"/>
            <a:ext cx="595070" cy="621323"/>
          </a:xfrm>
          <a:prstGeom prst="rect">
            <a:avLst/>
          </a:prstGeom>
          <a:solidFill>
            <a:srgbClr val="FF632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400"/>
              </a:spcAft>
            </a:pPr>
            <a:r>
              <a:rPr lang="en-US" sz="600" b="1" dirty="0"/>
              <a:t>Orange</a:t>
            </a:r>
          </a:p>
          <a:p>
            <a:pPr marL="171450"/>
            <a:r>
              <a:rPr lang="en-US" sz="600" dirty="0"/>
              <a:t>R 255</a:t>
            </a:r>
          </a:p>
          <a:p>
            <a:pPr marL="171450"/>
            <a:r>
              <a:rPr lang="en-US" sz="600" dirty="0"/>
              <a:t>G 99</a:t>
            </a:r>
          </a:p>
          <a:p>
            <a:pPr marL="171450"/>
            <a:r>
              <a:rPr lang="en-US" sz="600" dirty="0"/>
              <a:t>B 39</a:t>
            </a:r>
          </a:p>
        </p:txBody>
      </p:sp>
      <p:sp>
        <p:nvSpPr>
          <p:cNvPr id="19" name="Rectangle 18"/>
          <p:cNvSpPr/>
          <p:nvPr userDrawn="1"/>
        </p:nvSpPr>
        <p:spPr>
          <a:xfrm>
            <a:off x="14877081" y="2468607"/>
            <a:ext cx="595070" cy="621323"/>
          </a:xfrm>
          <a:prstGeom prst="rect">
            <a:avLst/>
          </a:prstGeom>
          <a:solidFill>
            <a:srgbClr val="C8FF1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400"/>
              </a:spcAft>
            </a:pPr>
            <a:r>
              <a:rPr lang="en-US" sz="600" b="1" dirty="0"/>
              <a:t>Bright</a:t>
            </a:r>
            <a:br>
              <a:rPr lang="en-US" sz="600" b="1" dirty="0"/>
            </a:br>
            <a:r>
              <a:rPr lang="en-US" sz="600" b="1" dirty="0"/>
              <a:t>Green</a:t>
            </a:r>
          </a:p>
          <a:p>
            <a:pPr marL="171450"/>
            <a:r>
              <a:rPr lang="en-US" sz="600" dirty="0"/>
              <a:t>R 200</a:t>
            </a:r>
          </a:p>
          <a:p>
            <a:pPr marL="171450"/>
            <a:r>
              <a:rPr lang="en-US" sz="600" dirty="0"/>
              <a:t>G 255</a:t>
            </a:r>
          </a:p>
          <a:p>
            <a:pPr marL="171450"/>
            <a:r>
              <a:rPr lang="en-US" sz="600" dirty="0"/>
              <a:t>B 22</a:t>
            </a:r>
          </a:p>
        </p:txBody>
      </p:sp>
      <p:sp>
        <p:nvSpPr>
          <p:cNvPr id="20" name="Rectangle 19"/>
          <p:cNvSpPr/>
          <p:nvPr userDrawn="1"/>
        </p:nvSpPr>
        <p:spPr>
          <a:xfrm>
            <a:off x="13686941" y="3089930"/>
            <a:ext cx="595070" cy="621323"/>
          </a:xfrm>
          <a:prstGeom prst="rect">
            <a:avLst/>
          </a:prstGeom>
          <a:solidFill>
            <a:srgbClr val="7E39B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400"/>
              </a:spcAft>
            </a:pPr>
            <a:r>
              <a:rPr lang="en-US" sz="600" b="1" dirty="0"/>
              <a:t>Purple</a:t>
            </a:r>
          </a:p>
          <a:p>
            <a:pPr marL="171450"/>
            <a:r>
              <a:rPr lang="en-US" sz="600" dirty="0"/>
              <a:t>R 126</a:t>
            </a:r>
          </a:p>
          <a:p>
            <a:pPr marL="171450"/>
            <a:r>
              <a:rPr lang="en-US" sz="600" dirty="0"/>
              <a:t>G 57</a:t>
            </a:r>
          </a:p>
          <a:p>
            <a:pPr marL="171450"/>
            <a:r>
              <a:rPr lang="en-US" sz="600" dirty="0"/>
              <a:t>B 186</a:t>
            </a:r>
          </a:p>
        </p:txBody>
      </p:sp>
      <p:sp>
        <p:nvSpPr>
          <p:cNvPr id="21" name="Rectangle 20"/>
          <p:cNvSpPr/>
          <p:nvPr userDrawn="1"/>
        </p:nvSpPr>
        <p:spPr>
          <a:xfrm>
            <a:off x="14877081" y="3089930"/>
            <a:ext cx="595070" cy="621323"/>
          </a:xfrm>
          <a:prstGeom prst="rect">
            <a:avLst/>
          </a:prstGeom>
          <a:solidFill>
            <a:srgbClr val="00C37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400"/>
              </a:spcAft>
            </a:pPr>
            <a:r>
              <a:rPr lang="en-US" sz="600" b="1" dirty="0"/>
              <a:t>Green</a:t>
            </a:r>
          </a:p>
          <a:p>
            <a:pPr marL="171450"/>
            <a:r>
              <a:rPr lang="en-US" sz="600" dirty="0"/>
              <a:t>R 0</a:t>
            </a:r>
          </a:p>
          <a:p>
            <a:pPr marL="171450"/>
            <a:r>
              <a:rPr lang="en-US" sz="600" dirty="0"/>
              <a:t>G 195</a:t>
            </a:r>
          </a:p>
          <a:p>
            <a:pPr marL="171450"/>
            <a:r>
              <a:rPr lang="en-US" sz="600" dirty="0"/>
              <a:t>B 123</a:t>
            </a:r>
          </a:p>
        </p:txBody>
      </p:sp>
      <p:sp>
        <p:nvSpPr>
          <p:cNvPr id="22" name="Rectangle 21"/>
          <p:cNvSpPr/>
          <p:nvPr userDrawn="1"/>
        </p:nvSpPr>
        <p:spPr>
          <a:xfrm>
            <a:off x="14877081" y="4948917"/>
            <a:ext cx="595070" cy="621323"/>
          </a:xfrm>
          <a:prstGeom prst="rect">
            <a:avLst/>
          </a:prstGeom>
          <a:solidFill>
            <a:srgbClr val="15636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400"/>
              </a:spcAft>
            </a:pPr>
            <a:r>
              <a:rPr lang="en-US" sz="600" b="1" dirty="0"/>
              <a:t>Dark</a:t>
            </a:r>
            <a:br>
              <a:rPr lang="en-US" sz="600" b="1" dirty="0"/>
            </a:br>
            <a:r>
              <a:rPr lang="en-US" sz="600" b="1" dirty="0"/>
              <a:t>Green</a:t>
            </a:r>
          </a:p>
          <a:p>
            <a:pPr marL="171450"/>
            <a:r>
              <a:rPr lang="en-US" sz="600" dirty="0"/>
              <a:t>R 21</a:t>
            </a:r>
          </a:p>
          <a:p>
            <a:pPr marL="171450"/>
            <a:r>
              <a:rPr lang="en-US" sz="600" dirty="0"/>
              <a:t>G 99</a:t>
            </a:r>
          </a:p>
          <a:p>
            <a:pPr marL="171450"/>
            <a:r>
              <a:rPr lang="en-US" sz="600" dirty="0"/>
              <a:t>B 107</a:t>
            </a:r>
          </a:p>
        </p:txBody>
      </p:sp>
      <p:sp>
        <p:nvSpPr>
          <p:cNvPr id="23" name="Rectangle 22"/>
          <p:cNvSpPr/>
          <p:nvPr userDrawn="1"/>
        </p:nvSpPr>
        <p:spPr>
          <a:xfrm>
            <a:off x="14877081" y="4330085"/>
            <a:ext cx="595070" cy="621323"/>
          </a:xfrm>
          <a:prstGeom prst="rect">
            <a:avLst/>
          </a:prstGeom>
          <a:solidFill>
            <a:srgbClr val="0F999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400"/>
              </a:spcAft>
            </a:pPr>
            <a:r>
              <a:rPr lang="en-US" sz="600" b="1" dirty="0"/>
              <a:t>Aqua</a:t>
            </a:r>
          </a:p>
          <a:p>
            <a:pPr marL="171450"/>
            <a:r>
              <a:rPr lang="en-US" sz="600" dirty="0"/>
              <a:t>R 15</a:t>
            </a:r>
          </a:p>
          <a:p>
            <a:pPr marL="171450"/>
            <a:r>
              <a:rPr lang="en-US" sz="600" dirty="0"/>
              <a:t>G 153</a:t>
            </a:r>
          </a:p>
          <a:p>
            <a:pPr marL="171450"/>
            <a:r>
              <a:rPr lang="en-US" sz="600" dirty="0"/>
              <a:t>B 156</a:t>
            </a:r>
          </a:p>
        </p:txBody>
      </p:sp>
      <p:sp>
        <p:nvSpPr>
          <p:cNvPr id="24" name="Rectangle 23"/>
          <p:cNvSpPr/>
          <p:nvPr userDrawn="1"/>
        </p:nvSpPr>
        <p:spPr>
          <a:xfrm>
            <a:off x="14877081" y="3711253"/>
            <a:ext cx="595070" cy="621323"/>
          </a:xfrm>
          <a:prstGeom prst="rect">
            <a:avLst/>
          </a:prstGeom>
          <a:solidFill>
            <a:srgbClr val="01D1D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400"/>
              </a:spcAft>
            </a:pPr>
            <a:r>
              <a:rPr lang="en-US" sz="600" b="1" dirty="0"/>
              <a:t>Bright</a:t>
            </a:r>
            <a:br>
              <a:rPr lang="en-US" sz="600" b="1" dirty="0"/>
            </a:br>
            <a:r>
              <a:rPr lang="en-US" sz="600" b="1" dirty="0"/>
              <a:t>Aqua</a:t>
            </a:r>
          </a:p>
          <a:p>
            <a:pPr marL="171450"/>
            <a:r>
              <a:rPr lang="en-US" sz="600" dirty="0"/>
              <a:t>R 1</a:t>
            </a:r>
          </a:p>
          <a:p>
            <a:pPr marL="171450"/>
            <a:r>
              <a:rPr lang="en-US" sz="600" dirty="0"/>
              <a:t>G 209</a:t>
            </a:r>
          </a:p>
          <a:p>
            <a:pPr marL="171450"/>
            <a:r>
              <a:rPr lang="en-US" sz="600" dirty="0"/>
              <a:t>B 208</a:t>
            </a:r>
          </a:p>
        </p:txBody>
      </p:sp>
      <p:sp>
        <p:nvSpPr>
          <p:cNvPr id="25" name="Rectangle 24"/>
          <p:cNvSpPr/>
          <p:nvPr userDrawn="1"/>
        </p:nvSpPr>
        <p:spPr>
          <a:xfrm>
            <a:off x="14282011" y="3089930"/>
            <a:ext cx="595070" cy="621323"/>
          </a:xfrm>
          <a:prstGeom prst="rect">
            <a:avLst/>
          </a:prstGeom>
          <a:solidFill>
            <a:srgbClr val="FF0C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400"/>
              </a:spcAft>
            </a:pPr>
            <a:r>
              <a:rPr lang="en-US" sz="600" b="1" dirty="0"/>
              <a:t>Peach</a:t>
            </a:r>
          </a:p>
          <a:p>
            <a:pPr marL="171450"/>
            <a:r>
              <a:rPr lang="en-US" sz="600" dirty="0"/>
              <a:t>R 255</a:t>
            </a:r>
          </a:p>
          <a:p>
            <a:pPr marL="171450"/>
            <a:r>
              <a:rPr lang="en-US" sz="600" dirty="0"/>
              <a:t>G 126</a:t>
            </a:r>
          </a:p>
          <a:p>
            <a:pPr marL="171450"/>
            <a:r>
              <a:rPr lang="en-US" sz="600" dirty="0"/>
              <a:t>B 131</a:t>
            </a:r>
          </a:p>
        </p:txBody>
      </p:sp>
      <p:sp>
        <p:nvSpPr>
          <p:cNvPr id="26" name="Rectangle 25"/>
          <p:cNvSpPr/>
          <p:nvPr userDrawn="1"/>
        </p:nvSpPr>
        <p:spPr>
          <a:xfrm>
            <a:off x="14282011" y="3711253"/>
            <a:ext cx="595070" cy="621323"/>
          </a:xfrm>
          <a:prstGeom prst="rect">
            <a:avLst/>
          </a:prstGeom>
          <a:solidFill>
            <a:srgbClr val="CB298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400"/>
              </a:spcAft>
            </a:pPr>
            <a:r>
              <a:rPr lang="en-US" sz="600" b="1" dirty="0"/>
              <a:t>Light</a:t>
            </a:r>
            <a:br>
              <a:rPr lang="en-US" sz="600" b="1" dirty="0"/>
            </a:br>
            <a:r>
              <a:rPr lang="en-US" sz="600" b="1" dirty="0"/>
              <a:t>Claret</a:t>
            </a:r>
          </a:p>
          <a:p>
            <a:pPr marL="171450"/>
            <a:r>
              <a:rPr lang="en-US" sz="600" dirty="0"/>
              <a:t>R 203</a:t>
            </a:r>
          </a:p>
          <a:p>
            <a:pPr marL="171450"/>
            <a:r>
              <a:rPr lang="en-US" sz="600" dirty="0"/>
              <a:t>G 41</a:t>
            </a:r>
          </a:p>
          <a:p>
            <a:pPr marL="171450"/>
            <a:r>
              <a:rPr lang="en-US" sz="600" dirty="0"/>
              <a:t>B 128</a:t>
            </a:r>
          </a:p>
        </p:txBody>
      </p:sp>
      <p:sp>
        <p:nvSpPr>
          <p:cNvPr id="27" name="Rectangle 26"/>
          <p:cNvSpPr/>
          <p:nvPr userDrawn="1"/>
        </p:nvSpPr>
        <p:spPr>
          <a:xfrm>
            <a:off x="14282011" y="4330085"/>
            <a:ext cx="595070" cy="621323"/>
          </a:xfrm>
          <a:prstGeom prst="rect">
            <a:avLst/>
          </a:prstGeom>
          <a:solidFill>
            <a:srgbClr val="86086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400"/>
              </a:spcAft>
            </a:pPr>
            <a:r>
              <a:rPr lang="en-US" sz="600" b="1" dirty="0"/>
              <a:t>Claret</a:t>
            </a:r>
          </a:p>
          <a:p>
            <a:pPr marL="171450"/>
            <a:r>
              <a:rPr lang="en-US" sz="600" dirty="0"/>
              <a:t>R 134</a:t>
            </a:r>
          </a:p>
          <a:p>
            <a:pPr marL="171450"/>
            <a:r>
              <a:rPr lang="en-US" sz="600" dirty="0"/>
              <a:t>G 8</a:t>
            </a:r>
          </a:p>
          <a:p>
            <a:pPr marL="171450"/>
            <a:r>
              <a:rPr lang="en-US" sz="600" dirty="0"/>
              <a:t>B 100</a:t>
            </a:r>
          </a:p>
        </p:txBody>
      </p:sp>
      <p:sp>
        <p:nvSpPr>
          <p:cNvPr id="28" name="Rectangle 27"/>
          <p:cNvSpPr/>
          <p:nvPr userDrawn="1"/>
        </p:nvSpPr>
        <p:spPr>
          <a:xfrm>
            <a:off x="12496801" y="1405970"/>
            <a:ext cx="570669" cy="1538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r>
              <a:rPr lang="en-US" sz="1000" b="1" dirty="0">
                <a:solidFill>
                  <a:schemeClr val="tx2"/>
                </a:solidFill>
              </a:rPr>
              <a:t>Primary</a:t>
            </a:r>
          </a:p>
        </p:txBody>
      </p:sp>
      <p:sp>
        <p:nvSpPr>
          <p:cNvPr id="29" name="Rectangle 28"/>
          <p:cNvSpPr/>
          <p:nvPr userDrawn="1"/>
        </p:nvSpPr>
        <p:spPr>
          <a:xfrm>
            <a:off x="12496801" y="2285400"/>
            <a:ext cx="843180" cy="1538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r>
              <a:rPr lang="en-US" sz="1000" b="1" dirty="0">
                <a:solidFill>
                  <a:schemeClr val="tx2"/>
                </a:solidFill>
              </a:rPr>
              <a:t>Infographic</a:t>
            </a:r>
          </a:p>
        </p:txBody>
      </p:sp>
      <p:sp>
        <p:nvSpPr>
          <p:cNvPr id="30" name="Rectangle 29"/>
          <p:cNvSpPr/>
          <p:nvPr userDrawn="1"/>
        </p:nvSpPr>
        <p:spPr>
          <a:xfrm>
            <a:off x="13686941" y="1405970"/>
            <a:ext cx="753411" cy="1538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r>
              <a:rPr lang="en-US" sz="1000" b="1" dirty="0">
                <a:solidFill>
                  <a:schemeClr val="tx2"/>
                </a:solidFill>
              </a:rPr>
              <a:t>Secondary</a:t>
            </a:r>
          </a:p>
        </p:txBody>
      </p:sp>
      <p:sp>
        <p:nvSpPr>
          <p:cNvPr id="31" name="Rectangle 30"/>
          <p:cNvSpPr/>
          <p:nvPr userDrawn="1"/>
        </p:nvSpPr>
        <p:spPr>
          <a:xfrm>
            <a:off x="13686941" y="3711253"/>
            <a:ext cx="595070" cy="621323"/>
          </a:xfrm>
          <a:prstGeom prst="rect">
            <a:avLst/>
          </a:prstGeom>
          <a:solidFill>
            <a:srgbClr val="4701A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400"/>
              </a:spcAft>
            </a:pPr>
            <a:r>
              <a:rPr lang="en-US" sz="600" b="1" dirty="0"/>
              <a:t>Dark</a:t>
            </a:r>
            <a:br>
              <a:rPr lang="en-US" sz="600" b="1" dirty="0"/>
            </a:br>
            <a:r>
              <a:rPr lang="en-US" sz="600" b="1" dirty="0"/>
              <a:t>Purple</a:t>
            </a:r>
          </a:p>
          <a:p>
            <a:pPr marL="171450"/>
            <a:r>
              <a:rPr lang="en-US" sz="600" dirty="0"/>
              <a:t>R 71</a:t>
            </a:r>
          </a:p>
          <a:p>
            <a:pPr marL="171450"/>
            <a:r>
              <a:rPr lang="en-US" sz="600" dirty="0"/>
              <a:t>G 1</a:t>
            </a:r>
          </a:p>
          <a:p>
            <a:pPr marL="171450"/>
            <a:r>
              <a:rPr lang="en-US" sz="600" dirty="0"/>
              <a:t>B 167</a:t>
            </a:r>
          </a:p>
        </p:txBody>
      </p:sp>
    </p:spTree>
    <p:extLst>
      <p:ext uri="{BB962C8B-B14F-4D97-AF65-F5344CB8AC3E}">
        <p14:creationId xmlns:p14="http://schemas.microsoft.com/office/powerpoint/2010/main" val="1180921376"/>
      </p:ext>
    </p:extLst>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 id="2147483707" r:id="rId12"/>
    <p:sldLayoutId id="2147483708" r:id="rId13"/>
    <p:sldLayoutId id="2147483709" r:id="rId14"/>
    <p:sldLayoutId id="2147483710" r:id="rId15"/>
    <p:sldLayoutId id="2147483711" r:id="rId16"/>
    <p:sldLayoutId id="2147483712" r:id="rId17"/>
    <p:sldLayoutId id="2147483713" r:id="rId18"/>
  </p:sldLayoutIdLst>
  <p:txStyles>
    <p:titleStyle>
      <a:lvl1pPr algn="l" defTabSz="914400" rtl="0" eaLnBrk="1" latinLnBrk="0" hangingPunct="1">
        <a:lnSpc>
          <a:spcPct val="90000"/>
        </a:lnSpc>
        <a:spcBef>
          <a:spcPct val="0"/>
        </a:spcBef>
        <a:buNone/>
        <a:defRPr sz="2600" kern="1200">
          <a:solidFill>
            <a:schemeClr val="tx2"/>
          </a:solidFill>
          <a:latin typeface="+mj-lt"/>
          <a:ea typeface="+mj-ea"/>
          <a:cs typeface="+mj-cs"/>
        </a:defRPr>
      </a:lvl1pPr>
    </p:titleStyle>
    <p:bodyStyle>
      <a:lvl1pPr marL="0" indent="0" algn="l" defTabSz="914400" rtl="0" eaLnBrk="1" latinLnBrk="0" hangingPunct="1">
        <a:lnSpc>
          <a:spcPts val="22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231775" indent="-228600" algn="l" defTabSz="914400" rtl="0" eaLnBrk="1" latinLnBrk="0" hangingPunct="1">
        <a:lnSpc>
          <a:spcPts val="1800"/>
        </a:lnSpc>
        <a:spcBef>
          <a:spcPts val="0"/>
        </a:spcBef>
        <a:spcAft>
          <a:spcPts val="600"/>
        </a:spcAft>
        <a:buClr>
          <a:schemeClr val="accent1"/>
        </a:buClr>
        <a:buFont typeface="Wingdings" panose="05000000000000000000" pitchFamily="2" charset="2"/>
        <a:buChar char="§"/>
        <a:defRPr sz="1600" kern="1200">
          <a:solidFill>
            <a:schemeClr val="tx1"/>
          </a:solidFill>
          <a:latin typeface="+mn-lt"/>
          <a:ea typeface="+mn-ea"/>
          <a:cs typeface="+mn-cs"/>
        </a:defRPr>
      </a:lvl2pPr>
      <a:lvl3pPr marL="463550" indent="-231775" algn="l" defTabSz="914400" rtl="0" eaLnBrk="1" latinLnBrk="0" hangingPunct="1">
        <a:lnSpc>
          <a:spcPts val="1600"/>
        </a:lnSpc>
        <a:spcBef>
          <a:spcPts val="0"/>
        </a:spcBef>
        <a:spcAft>
          <a:spcPts val="600"/>
        </a:spcAft>
        <a:buClr>
          <a:schemeClr val="accent1"/>
        </a:buClr>
        <a:buFont typeface="Arial" panose="020B0604020202020204" pitchFamily="34" charset="0"/>
        <a:buChar char="•"/>
        <a:defRPr sz="1400" kern="1200">
          <a:solidFill>
            <a:schemeClr val="tx1"/>
          </a:solidFill>
          <a:latin typeface="+mn-lt"/>
          <a:ea typeface="+mn-ea"/>
          <a:cs typeface="+mn-cs"/>
        </a:defRPr>
      </a:lvl3pPr>
      <a:lvl4pPr marL="682625" indent="-219075" algn="l" defTabSz="914400" rtl="0" eaLnBrk="1" latinLnBrk="0" hangingPunct="1">
        <a:lnSpc>
          <a:spcPts val="1400"/>
        </a:lnSpc>
        <a:spcBef>
          <a:spcPts val="0"/>
        </a:spcBef>
        <a:spcAft>
          <a:spcPts val="600"/>
        </a:spcAft>
        <a:buClr>
          <a:schemeClr val="accent1"/>
        </a:buClr>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5">
          <p15:clr>
            <a:srgbClr val="F26B43"/>
          </p15:clr>
        </p15:guide>
        <p15:guide id="2" pos="257">
          <p15:clr>
            <a:srgbClr val="F26B43"/>
          </p15:clr>
        </p15:guide>
        <p15:guide id="3" pos="7423">
          <p15:clr>
            <a:srgbClr val="F26B43"/>
          </p15:clr>
        </p15:guide>
        <p15:guide id="4" orient="horz" pos="4065">
          <p15:clr>
            <a:srgbClr val="F26B43"/>
          </p15:clr>
        </p15:guide>
        <p15:guide id="5" orient="horz" pos="799">
          <p15:clr>
            <a:srgbClr val="F26B43"/>
          </p15:clr>
        </p15:guide>
        <p15:guide id="6" orient="horz" pos="890">
          <p15:clr>
            <a:srgbClr val="F26B43"/>
          </p15:clr>
        </p15:guide>
        <p15:guide id="7" pos="3840">
          <p15:clr>
            <a:srgbClr val="F26B43"/>
          </p15:clr>
        </p15:guide>
        <p15:guide id="8" pos="3749">
          <p15:clr>
            <a:srgbClr val="F26B43"/>
          </p15:clr>
        </p15:guide>
        <p15:guide id="9" pos="393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Placeholder 1">
            <a:extLst>
              <a:ext uri="{FF2B5EF4-FFF2-40B4-BE49-F238E27FC236}">
                <a16:creationId xmlns:a16="http://schemas.microsoft.com/office/drawing/2014/main" id="{366C6B93-5A4F-43B7-84C4-C42EC870AB53}"/>
              </a:ext>
            </a:extLst>
          </p:cNvPr>
          <p:cNvSpPr>
            <a:spLocks noGrp="1"/>
          </p:cNvSpPr>
          <p:nvPr>
            <p:ph type="title"/>
          </p:nvPr>
        </p:nvSpPr>
        <p:spPr>
          <a:xfrm>
            <a:off x="413068" y="418452"/>
            <a:ext cx="11083532" cy="859536"/>
          </a:xfrm>
          <a:prstGeom prst="rect">
            <a:avLst/>
          </a:prstGeom>
        </p:spPr>
        <p:txBody>
          <a:bodyPr vert="horz" lIns="0" tIns="0" rIns="0" bIns="0" rtlCol="0" anchor="t">
            <a:normAutofit/>
          </a:bodyPr>
          <a:lstStyle/>
          <a:p>
            <a:pPr lvl="0">
              <a:lnSpc>
                <a:spcPts val="3000"/>
              </a:lnSpc>
            </a:pPr>
            <a:r>
              <a:rPr lang="en-US" dirty="0"/>
              <a:t>Click to edit Master title style</a:t>
            </a:r>
            <a:endParaRPr lang="pt-PT" dirty="0"/>
          </a:p>
        </p:txBody>
      </p:sp>
      <p:sp>
        <p:nvSpPr>
          <p:cNvPr id="9" name="Text Placeholder 2">
            <a:extLst>
              <a:ext uri="{FF2B5EF4-FFF2-40B4-BE49-F238E27FC236}">
                <a16:creationId xmlns:a16="http://schemas.microsoft.com/office/drawing/2014/main" id="{AF310831-D03E-404B-934F-73B268225B7E}"/>
              </a:ext>
            </a:extLst>
          </p:cNvPr>
          <p:cNvSpPr>
            <a:spLocks noGrp="1"/>
          </p:cNvSpPr>
          <p:nvPr>
            <p:ph type="body" idx="1"/>
          </p:nvPr>
        </p:nvSpPr>
        <p:spPr>
          <a:xfrm>
            <a:off x="413067" y="1412875"/>
            <a:ext cx="11370945" cy="4351337"/>
          </a:xfrm>
          <a:prstGeom prst="rect">
            <a:avLst/>
          </a:prstGeom>
        </p:spPr>
        <p:txBody>
          <a:bodyPr vert="horz" lIns="0" tIns="0" rIns="0" bIns="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p:txBody>
      </p:sp>
      <p:pic>
        <p:nvPicPr>
          <p:cNvPr id="5" name="Graphic 4">
            <a:extLst>
              <a:ext uri="{FF2B5EF4-FFF2-40B4-BE49-F238E27FC236}">
                <a16:creationId xmlns:a16="http://schemas.microsoft.com/office/drawing/2014/main" id="{25EEA1D4-3AF7-42D7-AE97-AE404AECFAEB}"/>
              </a:ext>
            </a:extLst>
          </p:cNvPr>
          <p:cNvPicPr>
            <a:picLocks noChangeAspect="1"/>
          </p:cNvPicPr>
          <p:nvPr userDrawn="1"/>
        </p:nvPicPr>
        <p:blipFill rotWithShape="1">
          <a:blip r:embed="rId6">
            <a:extLst>
              <a:ext uri="{96DAC541-7B7A-43D3-8B79-37D633B846F1}">
                <asvg:svgBlip xmlns:asvg="http://schemas.microsoft.com/office/drawing/2016/SVG/main" r:embed="rId7"/>
              </a:ext>
            </a:extLst>
          </a:blip>
          <a:srcRect l="81836" t="-4713" b="16530"/>
          <a:stretch/>
        </p:blipFill>
        <p:spPr>
          <a:xfrm>
            <a:off x="11547793" y="188640"/>
            <a:ext cx="424356" cy="459624"/>
          </a:xfrm>
          <a:prstGeom prst="rect">
            <a:avLst/>
          </a:prstGeom>
        </p:spPr>
      </p:pic>
    </p:spTree>
    <p:extLst>
      <p:ext uri="{BB962C8B-B14F-4D97-AF65-F5344CB8AC3E}">
        <p14:creationId xmlns:p14="http://schemas.microsoft.com/office/powerpoint/2010/main" val="3806658548"/>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Lst>
  <p:txStyles>
    <p:titleStyle>
      <a:lvl1pPr algn="l" defTabSz="914400" rtl="0" eaLnBrk="1" latinLnBrk="0" hangingPunct="1">
        <a:lnSpc>
          <a:spcPct val="90000"/>
        </a:lnSpc>
        <a:spcBef>
          <a:spcPct val="0"/>
        </a:spcBef>
        <a:buNone/>
        <a:defRPr lang="pt-PT" sz="2600" kern="1200">
          <a:solidFill>
            <a:schemeClr val="tx2"/>
          </a:solidFill>
          <a:latin typeface="Verdana" panose="020B0604030504040204" pitchFamily="34" charset="0"/>
          <a:ea typeface="Verdana" panose="020B0604030504040204" pitchFamily="34" charset="0"/>
          <a:cs typeface="Verdana" panose="020B0604030504040204" pitchFamily="34" charset="0"/>
        </a:defRPr>
      </a:lvl1pPr>
    </p:titleStyle>
    <p:bodyStyle>
      <a:lvl1pPr marL="0" indent="0" algn="l" defTabSz="914400" rtl="0" eaLnBrk="1" latinLnBrk="0" hangingPunct="1">
        <a:lnSpc>
          <a:spcPts val="22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233363" indent="-228600" algn="l" defTabSz="914400" rtl="0" eaLnBrk="1" latinLnBrk="0" hangingPunct="1">
        <a:lnSpc>
          <a:spcPts val="1800"/>
        </a:lnSpc>
        <a:spcBef>
          <a:spcPts val="0"/>
        </a:spcBef>
        <a:spcAft>
          <a:spcPts val="600"/>
        </a:spcAft>
        <a:buClr>
          <a:schemeClr val="accent1"/>
        </a:buClr>
        <a:buFont typeface="Wingdings" panose="05000000000000000000" pitchFamily="2" charset="2"/>
        <a:buChar char="§"/>
        <a:defRPr sz="1600" kern="1200">
          <a:solidFill>
            <a:schemeClr val="tx1"/>
          </a:solidFill>
          <a:latin typeface="+mn-lt"/>
          <a:ea typeface="+mn-ea"/>
          <a:cs typeface="+mn-cs"/>
        </a:defRPr>
      </a:lvl2pPr>
      <a:lvl3pPr marL="457200" indent="-228600" algn="l" defTabSz="914400" rtl="0" eaLnBrk="1" latinLnBrk="0" hangingPunct="1">
        <a:lnSpc>
          <a:spcPts val="1600"/>
        </a:lnSpc>
        <a:spcBef>
          <a:spcPts val="0"/>
        </a:spcBef>
        <a:spcAft>
          <a:spcPts val="600"/>
        </a:spcAft>
        <a:buClr>
          <a:schemeClr val="accent1"/>
        </a:buClr>
        <a:buFont typeface="Arial" panose="020B0604020202020204" pitchFamily="34" charset="0"/>
        <a:buChar char="•"/>
        <a:defRPr sz="1400" kern="1200">
          <a:solidFill>
            <a:schemeClr val="tx1"/>
          </a:solidFill>
          <a:latin typeface="+mn-lt"/>
          <a:ea typeface="+mn-ea"/>
          <a:cs typeface="+mn-cs"/>
        </a:defRPr>
      </a:lvl3pPr>
      <a:lvl4pPr marL="690563" indent="-233363" algn="l" defTabSz="914400" rtl="0" eaLnBrk="1" latinLnBrk="0" hangingPunct="1">
        <a:lnSpc>
          <a:spcPts val="1400"/>
        </a:lnSpc>
        <a:spcBef>
          <a:spcPts val="0"/>
        </a:spcBef>
        <a:spcAft>
          <a:spcPts val="600"/>
        </a:spcAft>
        <a:buClr>
          <a:schemeClr val="accent1"/>
        </a:buClr>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5">
          <p15:clr>
            <a:srgbClr val="F26B43"/>
          </p15:clr>
        </p15:guide>
        <p15:guide id="3" pos="7423">
          <p15:clr>
            <a:srgbClr val="F26B43"/>
          </p15:clr>
        </p15:guide>
        <p15:guide id="4" pos="257">
          <p15:clr>
            <a:srgbClr val="F26B43"/>
          </p15:clr>
        </p15:guide>
        <p15:guide id="5" orient="horz" pos="4065">
          <p15:clr>
            <a:srgbClr val="F26B43"/>
          </p15:clr>
        </p15:guide>
        <p15:guide id="6" orient="horz" pos="799">
          <p15:clr>
            <a:srgbClr val="F26B43"/>
          </p15:clr>
        </p15:guide>
        <p15:guide id="7" orient="horz" pos="89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49.jpeg"/><Relationship Id="rId7" Type="http://schemas.openxmlformats.org/officeDocument/2006/relationships/image" Target="../media/image51.svg"/><Relationship Id="rId2" Type="http://schemas.openxmlformats.org/officeDocument/2006/relationships/image" Target="../media/image48.png"/><Relationship Id="rId1" Type="http://schemas.openxmlformats.org/officeDocument/2006/relationships/slideLayout" Target="../slideLayouts/slideLayout7.xml"/><Relationship Id="rId6" Type="http://schemas.openxmlformats.org/officeDocument/2006/relationships/image" Target="../media/image50.png"/><Relationship Id="rId5" Type="http://schemas.openxmlformats.org/officeDocument/2006/relationships/image" Target="../media/image4.sv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AD554CFA-E73E-4994-8198-448F6C7B44D8}"/>
              </a:ext>
            </a:extLst>
          </p:cNvPr>
          <p:cNvSpPr>
            <a:spLocks noGrp="1"/>
          </p:cNvSpPr>
          <p:nvPr>
            <p:ph type="body" sz="quarter" idx="11"/>
          </p:nvPr>
        </p:nvSpPr>
        <p:spPr>
          <a:xfrm>
            <a:off x="404261" y="725865"/>
            <a:ext cx="11379753" cy="1319752"/>
          </a:xfrm>
        </p:spPr>
        <p:txBody>
          <a:bodyPr/>
          <a:lstStyle/>
          <a:p>
            <a:r>
              <a:rPr lang="en-US" dirty="0"/>
              <a:t>Fresh  Grads – Shadow Advance JAVA</a:t>
            </a:r>
          </a:p>
          <a:p>
            <a:r>
              <a:rPr lang="en-US" dirty="0"/>
              <a:t>Case Study</a:t>
            </a:r>
          </a:p>
        </p:txBody>
      </p:sp>
    </p:spTree>
    <p:extLst>
      <p:ext uri="{BB962C8B-B14F-4D97-AF65-F5344CB8AC3E}">
        <p14:creationId xmlns:p14="http://schemas.microsoft.com/office/powerpoint/2010/main" val="31260750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2280C37F-5368-480D-89B1-412ECADF7B82}"/>
              </a:ext>
            </a:extLst>
          </p:cNvPr>
          <p:cNvSpPr>
            <a:spLocks noGrp="1"/>
          </p:cNvSpPr>
          <p:nvPr>
            <p:ph type="body" sz="quarter" idx="10"/>
          </p:nvPr>
        </p:nvSpPr>
        <p:spPr/>
        <p:txBody>
          <a:bodyPr/>
          <a:lstStyle/>
          <a:p>
            <a:r>
              <a:rPr lang="en-US" dirty="0"/>
              <a:t>To create payment wallet application for </a:t>
            </a:r>
            <a:r>
              <a:rPr lang="en-US" dirty="0" err="1"/>
              <a:t>abcBank</a:t>
            </a:r>
            <a:r>
              <a:rPr lang="en-US" dirty="0"/>
              <a:t>. </a:t>
            </a:r>
          </a:p>
          <a:p>
            <a:r>
              <a:rPr lang="en-US" dirty="0"/>
              <a:t>Customers will be able to park their money in the wallet.</a:t>
            </a:r>
          </a:p>
          <a:p>
            <a:r>
              <a:rPr lang="en-US" dirty="0"/>
              <a:t>Application should allow customers to check the balance, deposit money etc.</a:t>
            </a:r>
          </a:p>
        </p:txBody>
      </p:sp>
      <p:sp>
        <p:nvSpPr>
          <p:cNvPr id="5" name="Title 4">
            <a:extLst>
              <a:ext uri="{FF2B5EF4-FFF2-40B4-BE49-F238E27FC236}">
                <a16:creationId xmlns:a16="http://schemas.microsoft.com/office/drawing/2014/main" id="{4DC93A9B-7DBB-4114-B9AF-88BEB406BBDC}"/>
              </a:ext>
            </a:extLst>
          </p:cNvPr>
          <p:cNvSpPr>
            <a:spLocks noGrp="1"/>
          </p:cNvSpPr>
          <p:nvPr>
            <p:ph type="title"/>
          </p:nvPr>
        </p:nvSpPr>
        <p:spPr/>
        <p:txBody>
          <a:bodyPr/>
          <a:lstStyle/>
          <a:p>
            <a:r>
              <a:rPr lang="en-US" dirty="0"/>
              <a:t>Problem Statement</a:t>
            </a:r>
          </a:p>
        </p:txBody>
      </p:sp>
    </p:spTree>
    <p:extLst>
      <p:ext uri="{BB962C8B-B14F-4D97-AF65-F5344CB8AC3E}">
        <p14:creationId xmlns:p14="http://schemas.microsoft.com/office/powerpoint/2010/main" val="36288945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047C2266-BBB7-4A58-BC79-B5B4BEFB7CDC}"/>
              </a:ext>
            </a:extLst>
          </p:cNvPr>
          <p:cNvSpPr>
            <a:spLocks noGrp="1"/>
          </p:cNvSpPr>
          <p:nvPr>
            <p:ph type="pic" sz="quarter" idx="10"/>
          </p:nvPr>
        </p:nvSpPr>
        <p:spPr/>
      </p:sp>
      <p:sp>
        <p:nvSpPr>
          <p:cNvPr id="5" name="Text Placeholder 4">
            <a:extLst>
              <a:ext uri="{FF2B5EF4-FFF2-40B4-BE49-F238E27FC236}">
                <a16:creationId xmlns:a16="http://schemas.microsoft.com/office/drawing/2014/main" id="{B2CD7244-54DA-4008-AB9D-273D32B12D61}"/>
              </a:ext>
            </a:extLst>
          </p:cNvPr>
          <p:cNvSpPr>
            <a:spLocks noGrp="1"/>
          </p:cNvSpPr>
          <p:nvPr>
            <p:ph type="body" sz="quarter" idx="11"/>
          </p:nvPr>
        </p:nvSpPr>
        <p:spPr>
          <a:xfrm>
            <a:off x="294777" y="372477"/>
            <a:ext cx="4477520" cy="820597"/>
          </a:xfrm>
        </p:spPr>
        <p:txBody>
          <a:bodyPr/>
          <a:lstStyle/>
          <a:p>
            <a:r>
              <a:rPr lang="en-US" dirty="0"/>
              <a:t>Road Map</a:t>
            </a:r>
          </a:p>
        </p:txBody>
      </p:sp>
      <p:sp>
        <p:nvSpPr>
          <p:cNvPr id="6" name="TextBox 5">
            <a:extLst>
              <a:ext uri="{FF2B5EF4-FFF2-40B4-BE49-F238E27FC236}">
                <a16:creationId xmlns:a16="http://schemas.microsoft.com/office/drawing/2014/main" id="{D7D08FFE-383C-4425-A696-DB0CFF8BBDFF}"/>
              </a:ext>
            </a:extLst>
          </p:cNvPr>
          <p:cNvSpPr txBox="1"/>
          <p:nvPr/>
        </p:nvSpPr>
        <p:spPr>
          <a:xfrm>
            <a:off x="22350" y="1730828"/>
            <a:ext cx="6073650" cy="1477328"/>
          </a:xfrm>
          <a:prstGeom prst="rect">
            <a:avLst/>
          </a:prstGeom>
          <a:noFill/>
        </p:spPr>
        <p:txBody>
          <a:bodyPr wrap="none" rtlCol="0">
            <a:spAutoFit/>
          </a:bodyPr>
          <a:lstStyle/>
          <a:p>
            <a:r>
              <a:rPr lang="en-US" dirty="0"/>
              <a:t>Application will be developed in following phases –</a:t>
            </a:r>
          </a:p>
          <a:p>
            <a:pPr marL="342900" indent="-342900">
              <a:buFont typeface="+mj-lt"/>
              <a:buAutoNum type="arabicPeriod"/>
            </a:pPr>
            <a:r>
              <a:rPr lang="en-US" dirty="0"/>
              <a:t>In memory data storage.</a:t>
            </a:r>
          </a:p>
          <a:p>
            <a:pPr marL="342900" indent="-342900">
              <a:buFont typeface="+mj-lt"/>
              <a:buAutoNum type="arabicPeriod"/>
            </a:pPr>
            <a:r>
              <a:rPr lang="en-US" dirty="0"/>
              <a:t>Hibernate implementation</a:t>
            </a:r>
          </a:p>
          <a:p>
            <a:pPr marL="342900" indent="-342900">
              <a:buFont typeface="+mj-lt"/>
              <a:buAutoNum type="arabicPeriod"/>
            </a:pPr>
            <a:r>
              <a:rPr lang="en-US" dirty="0"/>
              <a:t>With Layers  Architecture Implementation </a:t>
            </a:r>
          </a:p>
          <a:p>
            <a:r>
              <a:rPr lang="en-US" dirty="0"/>
              <a:t>        a. Controller +Service +DAO</a:t>
            </a:r>
          </a:p>
        </p:txBody>
      </p:sp>
    </p:spTree>
    <p:extLst>
      <p:ext uri="{BB962C8B-B14F-4D97-AF65-F5344CB8AC3E}">
        <p14:creationId xmlns:p14="http://schemas.microsoft.com/office/powerpoint/2010/main" val="6374367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6F89B2F-4FE8-4FCC-9E43-B4A6CCE91ECE}"/>
              </a:ext>
            </a:extLst>
          </p:cNvPr>
          <p:cNvSpPr>
            <a:spLocks noGrp="1"/>
          </p:cNvSpPr>
          <p:nvPr>
            <p:ph type="title"/>
          </p:nvPr>
        </p:nvSpPr>
        <p:spPr/>
        <p:txBody>
          <a:bodyPr/>
          <a:lstStyle/>
          <a:p>
            <a:r>
              <a:rPr lang="en-US" dirty="0"/>
              <a:t>Plan</a:t>
            </a:r>
          </a:p>
        </p:txBody>
      </p:sp>
      <p:sp>
        <p:nvSpPr>
          <p:cNvPr id="6" name="Text Placeholder 5">
            <a:extLst>
              <a:ext uri="{FF2B5EF4-FFF2-40B4-BE49-F238E27FC236}">
                <a16:creationId xmlns:a16="http://schemas.microsoft.com/office/drawing/2014/main" id="{5016093D-90E2-4221-B4C3-A2263391E409}"/>
              </a:ext>
            </a:extLst>
          </p:cNvPr>
          <p:cNvSpPr>
            <a:spLocks noGrp="1"/>
          </p:cNvSpPr>
          <p:nvPr>
            <p:ph type="body" sz="quarter" idx="35"/>
          </p:nvPr>
        </p:nvSpPr>
        <p:spPr>
          <a:xfrm>
            <a:off x="417591" y="1430234"/>
            <a:ext cx="5588761" cy="5011014"/>
          </a:xfrm>
        </p:spPr>
        <p:txBody>
          <a:bodyPr/>
          <a:lstStyle/>
          <a:p>
            <a:pPr marL="342900" indent="-342900">
              <a:buFont typeface="+mj-lt"/>
              <a:buAutoNum type="arabicPeriod"/>
            </a:pPr>
            <a:r>
              <a:rPr lang="en-US" dirty="0"/>
              <a:t> Design </a:t>
            </a:r>
          </a:p>
          <a:p>
            <a:pPr marL="806450" lvl="2" indent="-342900">
              <a:buFont typeface="+mj-lt"/>
              <a:buAutoNum type="arabicPeriod"/>
            </a:pPr>
            <a:r>
              <a:rPr lang="en-US" dirty="0"/>
              <a:t>Identify classes &amp; Interfaces</a:t>
            </a:r>
          </a:p>
          <a:p>
            <a:pPr marL="806450" lvl="2" indent="-342900">
              <a:buFont typeface="+mj-lt"/>
              <a:buAutoNum type="arabicPeriod"/>
            </a:pPr>
            <a:r>
              <a:rPr lang="en-US" dirty="0"/>
              <a:t>Identify attributes &amp; methods</a:t>
            </a:r>
          </a:p>
          <a:p>
            <a:pPr marL="342900" indent="-342900">
              <a:buFont typeface="+mj-lt"/>
              <a:buAutoNum type="arabicPeriod"/>
            </a:pPr>
            <a:r>
              <a:rPr lang="en-US" dirty="0"/>
              <a:t>TDD approach</a:t>
            </a:r>
          </a:p>
          <a:p>
            <a:pPr marL="806450" lvl="2" indent="-342900">
              <a:buFont typeface="+mj-lt"/>
              <a:buAutoNum type="arabicPeriod"/>
            </a:pPr>
            <a:r>
              <a:rPr lang="en-US" dirty="0"/>
              <a:t>Identify test cases for each module</a:t>
            </a:r>
          </a:p>
          <a:p>
            <a:pPr marL="806450" lvl="2" indent="-342900">
              <a:buFont typeface="+mj-lt"/>
              <a:buAutoNum type="arabicPeriod"/>
            </a:pPr>
            <a:r>
              <a:rPr lang="en-US" dirty="0"/>
              <a:t>Write Failing Test cases</a:t>
            </a:r>
          </a:p>
          <a:p>
            <a:pPr marL="806450" lvl="2" indent="-342900">
              <a:buFont typeface="+mj-lt"/>
              <a:buAutoNum type="arabicPeriod"/>
            </a:pPr>
            <a:r>
              <a:rPr lang="en-US" dirty="0"/>
              <a:t>Convert the Test Cases in GREEN</a:t>
            </a:r>
          </a:p>
          <a:p>
            <a:pPr marL="342900" indent="-342900">
              <a:buFont typeface="+mj-lt"/>
              <a:buAutoNum type="arabicPeriod"/>
            </a:pPr>
            <a:r>
              <a:rPr lang="en-US" dirty="0"/>
              <a:t>Implement the phases in incremental manner</a:t>
            </a:r>
          </a:p>
          <a:p>
            <a:endParaRPr lang="en-US" dirty="0"/>
          </a:p>
          <a:p>
            <a:endParaRPr lang="en-US" dirty="0"/>
          </a:p>
          <a:p>
            <a:r>
              <a:rPr lang="en-US" dirty="0"/>
              <a:t> </a:t>
            </a:r>
          </a:p>
        </p:txBody>
      </p:sp>
    </p:spTree>
    <p:extLst>
      <p:ext uri="{BB962C8B-B14F-4D97-AF65-F5344CB8AC3E}">
        <p14:creationId xmlns:p14="http://schemas.microsoft.com/office/powerpoint/2010/main" val="6708803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Oval 20">
            <a:extLst>
              <a:ext uri="{FF2B5EF4-FFF2-40B4-BE49-F238E27FC236}">
                <a16:creationId xmlns:a16="http://schemas.microsoft.com/office/drawing/2014/main" id="{B2FB3827-8781-4CBC-B516-BF54D658CB81}"/>
              </a:ext>
            </a:extLst>
          </p:cNvPr>
          <p:cNvSpPr/>
          <p:nvPr/>
        </p:nvSpPr>
        <p:spPr>
          <a:xfrm>
            <a:off x="4025153" y="3840736"/>
            <a:ext cx="2076703" cy="1962143"/>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95E6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PT" dirty="0"/>
              <a:t>Fund Transfer</a:t>
            </a:r>
          </a:p>
        </p:txBody>
      </p:sp>
      <p:sp>
        <p:nvSpPr>
          <p:cNvPr id="33" name="Oval 20">
            <a:extLst>
              <a:ext uri="{FF2B5EF4-FFF2-40B4-BE49-F238E27FC236}">
                <a16:creationId xmlns:a16="http://schemas.microsoft.com/office/drawing/2014/main" id="{704A5916-FAB5-47B8-ADED-506C29D2DF88}"/>
              </a:ext>
            </a:extLst>
          </p:cNvPr>
          <p:cNvSpPr/>
          <p:nvPr/>
        </p:nvSpPr>
        <p:spPr>
          <a:xfrm>
            <a:off x="1470682" y="3840736"/>
            <a:ext cx="2076703" cy="1962143"/>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FF30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PT" dirty="0"/>
              <a:t>Withdraw</a:t>
            </a:r>
          </a:p>
        </p:txBody>
      </p:sp>
      <p:sp>
        <p:nvSpPr>
          <p:cNvPr id="35" name="Oval 20">
            <a:extLst>
              <a:ext uri="{FF2B5EF4-FFF2-40B4-BE49-F238E27FC236}">
                <a16:creationId xmlns:a16="http://schemas.microsoft.com/office/drawing/2014/main" id="{3A7202CE-8F1F-4E00-8DB0-CE0947B673F9}"/>
              </a:ext>
            </a:extLst>
          </p:cNvPr>
          <p:cNvSpPr/>
          <p:nvPr/>
        </p:nvSpPr>
        <p:spPr>
          <a:xfrm>
            <a:off x="6508498" y="1294292"/>
            <a:ext cx="2076703" cy="1962143"/>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36" name="Oval 20">
            <a:extLst>
              <a:ext uri="{FF2B5EF4-FFF2-40B4-BE49-F238E27FC236}">
                <a16:creationId xmlns:a16="http://schemas.microsoft.com/office/drawing/2014/main" id="{1351F80D-EFB6-4890-B8A4-A3688AF96054}"/>
              </a:ext>
            </a:extLst>
          </p:cNvPr>
          <p:cNvSpPr/>
          <p:nvPr/>
        </p:nvSpPr>
        <p:spPr>
          <a:xfrm>
            <a:off x="3944941" y="1294292"/>
            <a:ext cx="2076703" cy="1962143"/>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12AB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PT" dirty="0"/>
              <a:t>Show Balance</a:t>
            </a:r>
          </a:p>
        </p:txBody>
      </p:sp>
      <p:sp>
        <p:nvSpPr>
          <p:cNvPr id="37" name="Oval 20">
            <a:extLst>
              <a:ext uri="{FF2B5EF4-FFF2-40B4-BE49-F238E27FC236}">
                <a16:creationId xmlns:a16="http://schemas.microsoft.com/office/drawing/2014/main" id="{6AE8A4D6-E312-4799-9FCE-3B5830D2F2FB}"/>
              </a:ext>
            </a:extLst>
          </p:cNvPr>
          <p:cNvSpPr/>
          <p:nvPr/>
        </p:nvSpPr>
        <p:spPr>
          <a:xfrm>
            <a:off x="1371031" y="1294292"/>
            <a:ext cx="2076703" cy="1962143"/>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PT" dirty="0"/>
              <a:t>Create Account</a:t>
            </a:r>
          </a:p>
        </p:txBody>
      </p:sp>
      <p:sp>
        <p:nvSpPr>
          <p:cNvPr id="38" name="Rectangle 37">
            <a:extLst>
              <a:ext uri="{FF2B5EF4-FFF2-40B4-BE49-F238E27FC236}">
                <a16:creationId xmlns:a16="http://schemas.microsoft.com/office/drawing/2014/main" id="{C3F142A6-2127-4062-B5F7-48CA59C26E16}"/>
              </a:ext>
            </a:extLst>
          </p:cNvPr>
          <p:cNvSpPr/>
          <p:nvPr/>
        </p:nvSpPr>
        <p:spPr>
          <a:xfrm>
            <a:off x="9082408" y="1349829"/>
            <a:ext cx="1445892" cy="2061028"/>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cxnSp>
        <p:nvCxnSpPr>
          <p:cNvPr id="21" name="Conector reto 49">
            <a:extLst>
              <a:ext uri="{FF2B5EF4-FFF2-40B4-BE49-F238E27FC236}">
                <a16:creationId xmlns:a16="http://schemas.microsoft.com/office/drawing/2014/main" id="{E96B6012-2BD9-427D-B8ED-1EACCABF9AF5}"/>
              </a:ext>
            </a:extLst>
          </p:cNvPr>
          <p:cNvCxnSpPr>
            <a:cxnSpLocks/>
          </p:cNvCxnSpPr>
          <p:nvPr/>
        </p:nvCxnSpPr>
        <p:spPr>
          <a:xfrm>
            <a:off x="9082408" y="5457285"/>
            <a:ext cx="1445892" cy="0"/>
          </a:xfrm>
          <a:prstGeom prst="line">
            <a:avLst/>
          </a:prstGeom>
          <a:solidFill>
            <a:schemeClr val="tx1"/>
          </a:solidFill>
          <a:ln w="47625" cap="flat">
            <a:solidFill>
              <a:schemeClr val="bg1"/>
            </a:solidFill>
            <a:round/>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5E8BB744-6374-4EDC-8D02-B80FA9F5D65F}"/>
              </a:ext>
            </a:extLst>
          </p:cNvPr>
          <p:cNvSpPr txBox="1"/>
          <p:nvPr/>
        </p:nvSpPr>
        <p:spPr>
          <a:xfrm>
            <a:off x="1156447" y="340659"/>
            <a:ext cx="5737412" cy="369332"/>
          </a:xfrm>
          <a:prstGeom prst="rect">
            <a:avLst/>
          </a:prstGeom>
          <a:noFill/>
        </p:spPr>
        <p:txBody>
          <a:bodyPr wrap="square" rtlCol="0">
            <a:spAutoFit/>
          </a:bodyPr>
          <a:lstStyle/>
          <a:p>
            <a:r>
              <a:rPr lang="en-US" dirty="0"/>
              <a:t>Modules</a:t>
            </a:r>
          </a:p>
        </p:txBody>
      </p:sp>
      <p:sp>
        <p:nvSpPr>
          <p:cNvPr id="22" name="Oval 20">
            <a:extLst>
              <a:ext uri="{FF2B5EF4-FFF2-40B4-BE49-F238E27FC236}">
                <a16:creationId xmlns:a16="http://schemas.microsoft.com/office/drawing/2014/main" id="{FB91610A-EB58-4E67-BCAE-78EF8A1EFCEE}"/>
              </a:ext>
            </a:extLst>
          </p:cNvPr>
          <p:cNvSpPr/>
          <p:nvPr/>
        </p:nvSpPr>
        <p:spPr>
          <a:xfrm>
            <a:off x="6409195" y="1059248"/>
            <a:ext cx="2076703" cy="1962143"/>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PT" dirty="0"/>
              <a:t>Deposit</a:t>
            </a:r>
          </a:p>
        </p:txBody>
      </p:sp>
      <p:sp>
        <p:nvSpPr>
          <p:cNvPr id="23" name="Oval 20">
            <a:extLst>
              <a:ext uri="{FF2B5EF4-FFF2-40B4-BE49-F238E27FC236}">
                <a16:creationId xmlns:a16="http://schemas.microsoft.com/office/drawing/2014/main" id="{CC9CE9AE-1A99-490D-98AE-B2DB8DBE23A7}"/>
              </a:ext>
            </a:extLst>
          </p:cNvPr>
          <p:cNvSpPr/>
          <p:nvPr/>
        </p:nvSpPr>
        <p:spPr>
          <a:xfrm>
            <a:off x="6549984" y="3836609"/>
            <a:ext cx="2076703" cy="1962143"/>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4701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PT" dirty="0"/>
              <a:t>Print Transactions</a:t>
            </a:r>
          </a:p>
        </p:txBody>
      </p:sp>
    </p:spTree>
    <p:extLst>
      <p:ext uri="{BB962C8B-B14F-4D97-AF65-F5344CB8AC3E}">
        <p14:creationId xmlns:p14="http://schemas.microsoft.com/office/powerpoint/2010/main" val="19349765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8">
            <a:extLst>
              <a:ext uri="{FF2B5EF4-FFF2-40B4-BE49-F238E27FC236}">
                <a16:creationId xmlns:a16="http://schemas.microsoft.com/office/drawing/2014/main" id="{79E04065-74E5-4131-BC96-1A39598A0C12}"/>
              </a:ext>
            </a:extLst>
          </p:cNvPr>
          <p:cNvGrpSpPr/>
          <p:nvPr/>
        </p:nvGrpSpPr>
        <p:grpSpPr>
          <a:xfrm>
            <a:off x="5808663" y="1700808"/>
            <a:ext cx="6532888" cy="4666348"/>
            <a:chOff x="883543" y="689078"/>
            <a:chExt cx="6261693" cy="4472637"/>
          </a:xfrm>
        </p:grpSpPr>
        <p:pic>
          <p:nvPicPr>
            <p:cNvPr id="9" name="Picture 9">
              <a:extLst>
                <a:ext uri="{FF2B5EF4-FFF2-40B4-BE49-F238E27FC236}">
                  <a16:creationId xmlns:a16="http://schemas.microsoft.com/office/drawing/2014/main" id="{9A9DF974-7580-4718-8481-96496E692E4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83543" y="689078"/>
              <a:ext cx="6261693" cy="4472637"/>
            </a:xfrm>
            <a:prstGeom prst="rect">
              <a:avLst/>
            </a:prstGeom>
          </p:spPr>
        </p:pic>
        <p:sp>
          <p:nvSpPr>
            <p:cNvPr id="10" name="Rectangle 10">
              <a:extLst>
                <a:ext uri="{FF2B5EF4-FFF2-40B4-BE49-F238E27FC236}">
                  <a16:creationId xmlns:a16="http://schemas.microsoft.com/office/drawing/2014/main" id="{7EDAE222-F6C2-434F-9B56-298061BF6F41}"/>
                </a:ext>
              </a:extLst>
            </p:cNvPr>
            <p:cNvSpPr/>
            <p:nvPr/>
          </p:nvSpPr>
          <p:spPr>
            <a:xfrm>
              <a:off x="1604754" y="1034925"/>
              <a:ext cx="4701211" cy="2622676"/>
            </a:xfrm>
            <a:prstGeom prst="rect">
              <a:avLst/>
            </a:prstGeom>
            <a:gradFill flip="none" rotWithShape="1">
              <a:gsLst>
                <a:gs pos="44000">
                  <a:schemeClr val="tx1"/>
                </a:gs>
                <a:gs pos="100000">
                  <a:schemeClr val="tx1">
                    <a:lumMod val="65000"/>
                    <a:lumOff val="35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828343"/>
              <a:endParaRPr lang="pt-PT" sz="3599">
                <a:solidFill>
                  <a:prstClr val="white"/>
                </a:solidFill>
                <a:latin typeface="Segoe UI"/>
              </a:endParaRPr>
            </a:p>
          </p:txBody>
        </p:sp>
      </p:grpSp>
      <p:pic>
        <p:nvPicPr>
          <p:cNvPr id="32" name="Picture Placeholder 31">
            <a:extLst>
              <a:ext uri="{FF2B5EF4-FFF2-40B4-BE49-F238E27FC236}">
                <a16:creationId xmlns:a16="http://schemas.microsoft.com/office/drawing/2014/main" id="{D4E5608B-6953-46AC-B3F2-71030BD64E41}"/>
              </a:ext>
            </a:extLst>
          </p:cNvPr>
          <p:cNvPicPr>
            <a:picLocks noGrp="1" noChangeAspect="1"/>
          </p:cNvPicPr>
          <p:nvPr>
            <p:ph type="pic" sz="quarter" idx="10"/>
          </p:nvPr>
        </p:nvPicPr>
        <p:blipFill>
          <a:blip r:embed="rId3" cstate="print">
            <a:extLst>
              <a:ext uri="{28A0092B-C50C-407E-A947-70E740481C1C}">
                <a14:useLocalDpi xmlns:a14="http://schemas.microsoft.com/office/drawing/2010/main" val="0"/>
              </a:ext>
            </a:extLst>
          </a:blip>
          <a:srcRect t="8397" b="8397"/>
          <a:stretch>
            <a:fillRect/>
          </a:stretch>
        </p:blipFill>
        <p:spPr/>
      </p:pic>
      <p:sp>
        <p:nvSpPr>
          <p:cNvPr id="6" name="Title 5">
            <a:extLst>
              <a:ext uri="{FF2B5EF4-FFF2-40B4-BE49-F238E27FC236}">
                <a16:creationId xmlns:a16="http://schemas.microsoft.com/office/drawing/2014/main" id="{A0EE5D9E-3D70-42C7-9CC1-A418A235A14F}"/>
              </a:ext>
            </a:extLst>
          </p:cNvPr>
          <p:cNvSpPr>
            <a:spLocks noGrp="1"/>
          </p:cNvSpPr>
          <p:nvPr>
            <p:ph type="title"/>
          </p:nvPr>
        </p:nvSpPr>
        <p:spPr/>
        <p:txBody>
          <a:bodyPr/>
          <a:lstStyle/>
          <a:p>
            <a:r>
              <a:rPr lang="en-US" dirty="0"/>
              <a:t>Questions</a:t>
            </a:r>
            <a:endParaRPr lang="pt-PT" dirty="0"/>
          </a:p>
        </p:txBody>
      </p:sp>
      <p:pic>
        <p:nvPicPr>
          <p:cNvPr id="26" name="Graphic 25">
            <a:extLst>
              <a:ext uri="{FF2B5EF4-FFF2-40B4-BE49-F238E27FC236}">
                <a16:creationId xmlns:a16="http://schemas.microsoft.com/office/drawing/2014/main" id="{816F266F-04BF-48FD-AE96-A6357BAEBEC7}"/>
              </a:ext>
            </a:extLst>
          </p:cNvPr>
          <p:cNvPicPr>
            <a:picLocks noChangeAspect="1"/>
          </p:cNvPicPr>
          <p:nvPr/>
        </p:nvPicPr>
        <p:blipFill rotWithShape="1">
          <a:blip r:embed="rId4">
            <a:extLst>
              <a:ext uri="{96DAC541-7B7A-43D3-8B79-37D633B846F1}">
                <asvg:svgBlip xmlns:asvg="http://schemas.microsoft.com/office/drawing/2016/SVG/main" r:embed="rId5"/>
              </a:ext>
            </a:extLst>
          </a:blip>
          <a:srcRect l="81836" t="-4713" b="16530"/>
          <a:stretch/>
        </p:blipFill>
        <p:spPr>
          <a:xfrm>
            <a:off x="11491419" y="164829"/>
            <a:ext cx="424356" cy="459624"/>
          </a:xfrm>
          <a:prstGeom prst="rect">
            <a:avLst/>
          </a:prstGeom>
        </p:spPr>
      </p:pic>
      <p:pic>
        <p:nvPicPr>
          <p:cNvPr id="31" name="Graphic 30" descr="Help">
            <a:extLst>
              <a:ext uri="{FF2B5EF4-FFF2-40B4-BE49-F238E27FC236}">
                <a16:creationId xmlns:a16="http://schemas.microsoft.com/office/drawing/2014/main" id="{E65D6620-25C0-47BF-93E4-C0B92370361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290915" y="2245657"/>
            <a:ext cx="3303495" cy="3303495"/>
          </a:xfrm>
          <a:prstGeom prst="rect">
            <a:avLst/>
          </a:prstGeom>
        </p:spPr>
      </p:pic>
    </p:spTree>
    <p:extLst>
      <p:ext uri="{BB962C8B-B14F-4D97-AF65-F5344CB8AC3E}">
        <p14:creationId xmlns:p14="http://schemas.microsoft.com/office/powerpoint/2010/main" val="10873227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545407803"/>
      </p:ext>
    </p:extLst>
  </p:cSld>
  <p:clrMapOvr>
    <a:masterClrMapping/>
  </p:clrMapOvr>
</p:sld>
</file>

<file path=ppt/theme/theme1.xml><?xml version="1.0" encoding="utf-8"?>
<a:theme xmlns:a="http://schemas.openxmlformats.org/drawingml/2006/main" name="Capgemini 2017_Cover slides">
  <a:themeElements>
    <a:clrScheme name="New-CG">
      <a:dk1>
        <a:srgbClr val="000000"/>
      </a:dk1>
      <a:lt1>
        <a:sysClr val="window" lastClr="FFFFFF"/>
      </a:lt1>
      <a:dk2>
        <a:srgbClr val="0070AD"/>
      </a:dk2>
      <a:lt2>
        <a:srgbClr val="EDEDED"/>
      </a:lt2>
      <a:accent1>
        <a:srgbClr val="0070AD"/>
      </a:accent1>
      <a:accent2>
        <a:srgbClr val="12ABDB"/>
      </a:accent2>
      <a:accent3>
        <a:srgbClr val="2B0A3D"/>
      </a:accent3>
      <a:accent4>
        <a:srgbClr val="FF304C"/>
      </a:accent4>
      <a:accent5>
        <a:srgbClr val="95E616"/>
      </a:accent5>
      <a:accent6>
        <a:srgbClr val="C2CF00"/>
      </a:accent6>
      <a:hlink>
        <a:srgbClr val="005481"/>
      </a:hlink>
      <a:folHlink>
        <a:srgbClr val="861763"/>
      </a:folHlink>
    </a:clrScheme>
    <a:fontScheme name="Capgemini">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ésentation1" id="{F4EDDD86-B8A8-46E1-81BA-C40220CF151C}" vid="{D76BB8BF-901C-4709-A70B-B9D859909653}"/>
    </a:ext>
  </a:extLst>
</a:theme>
</file>

<file path=ppt/theme/theme2.xml><?xml version="1.0" encoding="utf-8"?>
<a:theme xmlns:a="http://schemas.openxmlformats.org/drawingml/2006/main" name="Content Layouts">
  <a:themeElements>
    <a:clrScheme name="New-CG">
      <a:dk1>
        <a:srgbClr val="000000"/>
      </a:dk1>
      <a:lt1>
        <a:sysClr val="window" lastClr="FFFFFF"/>
      </a:lt1>
      <a:dk2>
        <a:srgbClr val="0070AD"/>
      </a:dk2>
      <a:lt2>
        <a:srgbClr val="EDEDED"/>
      </a:lt2>
      <a:accent1>
        <a:srgbClr val="0070AD"/>
      </a:accent1>
      <a:accent2>
        <a:srgbClr val="12ABDB"/>
      </a:accent2>
      <a:accent3>
        <a:srgbClr val="2B0A3D"/>
      </a:accent3>
      <a:accent4>
        <a:srgbClr val="FF304C"/>
      </a:accent4>
      <a:accent5>
        <a:srgbClr val="95E616"/>
      </a:accent5>
      <a:accent6>
        <a:srgbClr val="C2CF00"/>
      </a:accent6>
      <a:hlink>
        <a:srgbClr val="005481"/>
      </a:hlink>
      <a:folHlink>
        <a:srgbClr val="861763"/>
      </a:folHlink>
    </a:clrScheme>
    <a:fontScheme name="Capgemini">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ésentation1" id="{F4EDDD86-B8A8-46E1-81BA-C40220CF151C}" vid="{14D83F11-89F6-4441-B5DC-94FD0DFB8031}"/>
    </a:ext>
  </a:extLst>
</a:theme>
</file>

<file path=ppt/theme/theme3.xml><?xml version="1.0" encoding="utf-8"?>
<a:theme xmlns:a="http://schemas.openxmlformats.org/drawingml/2006/main" name="Content and Image Layouts">
  <a:themeElements>
    <a:clrScheme name="New-CG">
      <a:dk1>
        <a:srgbClr val="000000"/>
      </a:dk1>
      <a:lt1>
        <a:sysClr val="window" lastClr="FFFFFF"/>
      </a:lt1>
      <a:dk2>
        <a:srgbClr val="0070AD"/>
      </a:dk2>
      <a:lt2>
        <a:srgbClr val="EDEDED"/>
      </a:lt2>
      <a:accent1>
        <a:srgbClr val="0070AD"/>
      </a:accent1>
      <a:accent2>
        <a:srgbClr val="12ABDB"/>
      </a:accent2>
      <a:accent3>
        <a:srgbClr val="2B0A3D"/>
      </a:accent3>
      <a:accent4>
        <a:srgbClr val="FF304C"/>
      </a:accent4>
      <a:accent5>
        <a:srgbClr val="95E616"/>
      </a:accent5>
      <a:accent6>
        <a:srgbClr val="C2CF00"/>
      </a:accent6>
      <a:hlink>
        <a:srgbClr val="005481"/>
      </a:hlink>
      <a:folHlink>
        <a:srgbClr val="861763"/>
      </a:folHlink>
    </a:clrScheme>
    <a:fontScheme name="Capgemini">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ésentation1" id="{F4EDDD86-B8A8-46E1-81BA-C40220CF151C}" vid="{B065CD12-128C-4DBC-873E-82FC4B88A761}"/>
    </a:ext>
  </a:extLst>
</a:theme>
</file>

<file path=ppt/theme/theme4.xml><?xml version="1.0" encoding="utf-8"?>
<a:theme xmlns:a="http://schemas.openxmlformats.org/drawingml/2006/main" name="Section slides">
  <a:themeElements>
    <a:clrScheme name="New-CG">
      <a:dk1>
        <a:srgbClr val="000000"/>
      </a:dk1>
      <a:lt1>
        <a:sysClr val="window" lastClr="FFFFFF"/>
      </a:lt1>
      <a:dk2>
        <a:srgbClr val="0070AD"/>
      </a:dk2>
      <a:lt2>
        <a:srgbClr val="EDEDED"/>
      </a:lt2>
      <a:accent1>
        <a:srgbClr val="0070AD"/>
      </a:accent1>
      <a:accent2>
        <a:srgbClr val="12ABDB"/>
      </a:accent2>
      <a:accent3>
        <a:srgbClr val="2B0A3D"/>
      </a:accent3>
      <a:accent4>
        <a:srgbClr val="FF304C"/>
      </a:accent4>
      <a:accent5>
        <a:srgbClr val="95E616"/>
      </a:accent5>
      <a:accent6>
        <a:srgbClr val="C2CF00"/>
      </a:accent6>
      <a:hlink>
        <a:srgbClr val="005481"/>
      </a:hlink>
      <a:folHlink>
        <a:srgbClr val="861763"/>
      </a:folHlink>
    </a:clrScheme>
    <a:fontScheme name="Capgemini">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ésentation1" id="{F4EDDD86-B8A8-46E1-81BA-C40220CF151C}" vid="{B504A320-BF0C-4A8E-8664-9644A9AF95DC}"/>
    </a:ext>
  </a:extLst>
</a:theme>
</file>

<file path=docProps/app.xml><?xml version="1.0" encoding="utf-8"?>
<Properties xmlns="http://schemas.openxmlformats.org/officeDocument/2006/extended-properties" xmlns:vt="http://schemas.openxmlformats.org/officeDocument/2006/docPropsVTypes">
  <TotalTime>1018</TotalTime>
  <Words>120</Words>
  <Application>Microsoft Office PowerPoint</Application>
  <PresentationFormat>Widescreen</PresentationFormat>
  <Paragraphs>32</Paragraphs>
  <Slides>7</Slides>
  <Notes>0</Notes>
  <HiddenSlides>0</HiddenSlides>
  <MMClips>0</MMClips>
  <ScaleCrop>false</ScaleCrop>
  <HeadingPairs>
    <vt:vector size="6" baseType="variant">
      <vt:variant>
        <vt:lpstr>Fonts Used</vt:lpstr>
      </vt:variant>
      <vt:variant>
        <vt:i4>4</vt:i4>
      </vt:variant>
      <vt:variant>
        <vt:lpstr>Theme</vt:lpstr>
      </vt:variant>
      <vt:variant>
        <vt:i4>4</vt:i4>
      </vt:variant>
      <vt:variant>
        <vt:lpstr>Slide Titles</vt:lpstr>
      </vt:variant>
      <vt:variant>
        <vt:i4>7</vt:i4>
      </vt:variant>
    </vt:vector>
  </HeadingPairs>
  <TitlesOfParts>
    <vt:vector size="15" baseType="lpstr">
      <vt:lpstr>Arial</vt:lpstr>
      <vt:lpstr>Segoe UI</vt:lpstr>
      <vt:lpstr>Verdana</vt:lpstr>
      <vt:lpstr>Wingdings</vt:lpstr>
      <vt:lpstr>Capgemini 2017_Cover slides</vt:lpstr>
      <vt:lpstr>Content Layouts</vt:lpstr>
      <vt:lpstr>Content and Image Layouts</vt:lpstr>
      <vt:lpstr>Section slides</vt:lpstr>
      <vt:lpstr>PowerPoint Presentation</vt:lpstr>
      <vt:lpstr>Problem Statement</vt:lpstr>
      <vt:lpstr>PowerPoint Presentation</vt:lpstr>
      <vt:lpstr>Plan</vt:lpstr>
      <vt:lpstr>PowerPoint Presentation</vt:lpstr>
      <vt:lpstr>Questions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Kulkarni, Sagar</dc:creator>
  <cp:lastModifiedBy>Ramkumar k</cp:lastModifiedBy>
  <cp:revision>17</cp:revision>
  <dcterms:created xsi:type="dcterms:W3CDTF">2018-05-28T05:37:39Z</dcterms:created>
  <dcterms:modified xsi:type="dcterms:W3CDTF">2026-02-14T08:37:56Z</dcterms:modified>
</cp:coreProperties>
</file>